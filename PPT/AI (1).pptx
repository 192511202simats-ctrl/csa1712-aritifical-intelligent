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9" r:id="rId3"/>
    <p:sldId id="287" r:id="rId4"/>
    <p:sldId id="286" r:id="rId5"/>
    <p:sldId id="258" r:id="rId6"/>
    <p:sldId id="276" r:id="rId7"/>
    <p:sldId id="284" r:id="rId8"/>
    <p:sldId id="281" r:id="rId9"/>
    <p:sldId id="285" r:id="rId10"/>
    <p:sldId id="261" r:id="rId11"/>
    <p:sldId id="288" r:id="rId12"/>
    <p:sldId id="282" r:id="rId13"/>
    <p:sldId id="289" r:id="rId14"/>
    <p:sldId id="264" r:id="rId15"/>
    <p:sldId id="270" r:id="rId16"/>
    <p:sldId id="271" r:id="rId17"/>
    <p:sldId id="290" r:id="rId18"/>
    <p:sldId id="291" r:id="rId19"/>
    <p:sldId id="265" r:id="rId20"/>
    <p:sldId id="277" r:id="rId21"/>
    <p:sldId id="268" r:id="rId22"/>
    <p:sldId id="269" r:id="rId2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29E775-88DC-4128-834F-F64552BF9A7E}" v="22" dt="2026-08-27T04:58:26.80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644" y="1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shini Murugesan" userId="b0a31996b2fe65ae" providerId="LiveId" clId="{DA129972-88BD-4957-99A7-0274255CAE09}"/>
    <pc:docChg chg="undo custSel addSld delSld modSld sldOrd">
      <pc:chgData name="Varshini Murugesan" userId="b0a31996b2fe65ae" providerId="LiveId" clId="{DA129972-88BD-4957-99A7-0274255CAE09}" dt="2026-08-27T05:00:58.317" v="935" actId="1076"/>
      <pc:docMkLst>
        <pc:docMk/>
      </pc:docMkLst>
      <pc:sldChg chg="modSp mod">
        <pc:chgData name="Varshini Murugesan" userId="b0a31996b2fe65ae" providerId="LiveId" clId="{DA129972-88BD-4957-99A7-0274255CAE09}" dt="2026-08-27T03:29:38.835" v="177" actId="404"/>
        <pc:sldMkLst>
          <pc:docMk/>
          <pc:sldMk cId="0" sldId="256"/>
        </pc:sldMkLst>
        <pc:spChg chg="mod">
          <ac:chgData name="Varshini Murugesan" userId="b0a31996b2fe65ae" providerId="LiveId" clId="{DA129972-88BD-4957-99A7-0274255CAE09}" dt="2026-08-27T03:29:38.835" v="177" actId="404"/>
          <ac:spMkLst>
            <pc:docMk/>
            <pc:sldMk cId="0" sldId="256"/>
            <ac:spMk id="2" creationId="{00000000-0000-0000-0000-000000000000}"/>
          </ac:spMkLst>
        </pc:spChg>
        <pc:spChg chg="mod">
          <ac:chgData name="Varshini Murugesan" userId="b0a31996b2fe65ae" providerId="LiveId" clId="{DA129972-88BD-4957-99A7-0274255CAE09}" dt="2026-08-27T03:29:24.300" v="176" actId="1076"/>
          <ac:spMkLst>
            <pc:docMk/>
            <pc:sldMk cId="0" sldId="256"/>
            <ac:spMk id="7" creationId="{96B8D002-88B3-5A7D-7F5F-F8609175EC12}"/>
          </ac:spMkLst>
        </pc:spChg>
        <pc:spChg chg="mod">
          <ac:chgData name="Varshini Murugesan" userId="b0a31996b2fe65ae" providerId="LiveId" clId="{DA129972-88BD-4957-99A7-0274255CAE09}" dt="2026-08-27T03:29:16.821" v="175" actId="1076"/>
          <ac:spMkLst>
            <pc:docMk/>
            <pc:sldMk cId="0" sldId="256"/>
            <ac:spMk id="9" creationId="{BB138CD9-9651-7A73-9064-34F8F1C51384}"/>
          </ac:spMkLst>
        </pc:spChg>
      </pc:sldChg>
      <pc:sldChg chg="addSp modSp mod">
        <pc:chgData name="Varshini Murugesan" userId="b0a31996b2fe65ae" providerId="LiveId" clId="{DA129972-88BD-4957-99A7-0274255CAE09}" dt="2026-08-27T04:52:28.372" v="884" actId="1076"/>
        <pc:sldMkLst>
          <pc:docMk/>
          <pc:sldMk cId="0" sldId="258"/>
        </pc:sldMkLst>
        <pc:spChg chg="mod">
          <ac:chgData name="Varshini Murugesan" userId="b0a31996b2fe65ae" providerId="LiveId" clId="{DA129972-88BD-4957-99A7-0274255CAE09}" dt="2026-08-27T04:05:17.018" v="630" actId="2711"/>
          <ac:spMkLst>
            <pc:docMk/>
            <pc:sldMk cId="0" sldId="258"/>
            <ac:spMk id="2" creationId="{00000000-0000-0000-0000-000000000000}"/>
          </ac:spMkLst>
        </pc:spChg>
        <pc:spChg chg="mod">
          <ac:chgData name="Varshini Murugesan" userId="b0a31996b2fe65ae" providerId="LiveId" clId="{DA129972-88BD-4957-99A7-0274255CAE09}" dt="2026-08-27T04:52:28.372" v="884" actId="1076"/>
          <ac:spMkLst>
            <pc:docMk/>
            <pc:sldMk cId="0" sldId="258"/>
            <ac:spMk id="7" creationId="{F65F085F-FDDF-97AB-525F-D861AFD405DB}"/>
          </ac:spMkLst>
        </pc:spChg>
        <pc:picChg chg="add mod modCrop">
          <ac:chgData name="Varshini Murugesan" userId="b0a31996b2fe65ae" providerId="LiveId" clId="{DA129972-88BD-4957-99A7-0274255CAE09}" dt="2026-08-27T04:52:23.740" v="883" actId="1076"/>
          <ac:picMkLst>
            <pc:docMk/>
            <pc:sldMk cId="0" sldId="258"/>
            <ac:picMk id="8" creationId="{2D21AD94-4471-3DF8-7A65-DEEFB6012C0C}"/>
          </ac:picMkLst>
        </pc:picChg>
      </pc:sldChg>
      <pc:sldChg chg="addSp modSp mod">
        <pc:chgData name="Varshini Murugesan" userId="b0a31996b2fe65ae" providerId="LiveId" clId="{DA129972-88BD-4957-99A7-0274255CAE09}" dt="2026-08-27T04:48:20.941" v="864" actId="14100"/>
        <pc:sldMkLst>
          <pc:docMk/>
          <pc:sldMk cId="0" sldId="259"/>
        </pc:sldMkLst>
        <pc:spChg chg="mod">
          <ac:chgData name="Varshini Murugesan" userId="b0a31996b2fe65ae" providerId="LiveId" clId="{DA129972-88BD-4957-99A7-0274255CAE09}" dt="2026-08-27T04:04:53.722" v="627" actId="2711"/>
          <ac:spMkLst>
            <pc:docMk/>
            <pc:sldMk cId="0" sldId="259"/>
            <ac:spMk id="2" creationId="{00000000-0000-0000-0000-000000000000}"/>
          </ac:spMkLst>
        </pc:spChg>
        <pc:spChg chg="mod">
          <ac:chgData name="Varshini Murugesan" userId="b0a31996b2fe65ae" providerId="LiveId" clId="{DA129972-88BD-4957-99A7-0274255CAE09}" dt="2026-08-27T04:48:20.941" v="864" actId="14100"/>
          <ac:spMkLst>
            <pc:docMk/>
            <pc:sldMk cId="0" sldId="259"/>
            <ac:spMk id="7" creationId="{26F37624-94C6-CD20-D442-4532E2A3A42B}"/>
          </ac:spMkLst>
        </pc:spChg>
        <pc:picChg chg="add mod">
          <ac:chgData name="Varshini Murugesan" userId="b0a31996b2fe65ae" providerId="LiveId" clId="{DA129972-88BD-4957-99A7-0274255CAE09}" dt="2026-08-27T04:48:16.852" v="863" actId="1076"/>
          <ac:picMkLst>
            <pc:docMk/>
            <pc:sldMk cId="0" sldId="259"/>
            <ac:picMk id="8" creationId="{C1065FD2-C3C9-690B-5B8A-7F2A05D76FCC}"/>
          </ac:picMkLst>
        </pc:picChg>
      </pc:sldChg>
      <pc:sldChg chg="modSp mod ord">
        <pc:chgData name="Varshini Murugesan" userId="b0a31996b2fe65ae" providerId="LiveId" clId="{DA129972-88BD-4957-99A7-0274255CAE09}" dt="2026-08-27T04:07:10.036" v="648" actId="2711"/>
        <pc:sldMkLst>
          <pc:docMk/>
          <pc:sldMk cId="0" sldId="261"/>
        </pc:sldMkLst>
        <pc:spChg chg="mod">
          <ac:chgData name="Varshini Murugesan" userId="b0a31996b2fe65ae" providerId="LiveId" clId="{DA129972-88BD-4957-99A7-0274255CAE09}" dt="2026-08-27T04:07:10.036" v="648" actId="2711"/>
          <ac:spMkLst>
            <pc:docMk/>
            <pc:sldMk cId="0" sldId="261"/>
            <ac:spMk id="2" creationId="{00000000-0000-0000-0000-000000000000}"/>
          </ac:spMkLst>
        </pc:spChg>
        <pc:graphicFrameChg chg="mod modGraphic">
          <ac:chgData name="Varshini Murugesan" userId="b0a31996b2fe65ae" providerId="LiveId" clId="{DA129972-88BD-4957-99A7-0274255CAE09}" dt="2026-08-27T04:07:04.620" v="647" actId="2711"/>
          <ac:graphicFrameMkLst>
            <pc:docMk/>
            <pc:sldMk cId="0" sldId="261"/>
            <ac:graphicFrameMk id="5" creationId="{0C3302A4-29A3-1E5A-72A4-28EB56D46243}"/>
          </ac:graphicFrameMkLst>
        </pc:graphicFrameChg>
      </pc:sldChg>
      <pc:sldChg chg="addSp delSp modSp mod">
        <pc:chgData name="Varshini Murugesan" userId="b0a31996b2fe65ae" providerId="LiveId" clId="{DA129972-88BD-4957-99A7-0274255CAE09}" dt="2026-08-27T04:56:47.877" v="913" actId="255"/>
        <pc:sldMkLst>
          <pc:docMk/>
          <pc:sldMk cId="0" sldId="264"/>
        </pc:sldMkLst>
        <pc:spChg chg="mod">
          <ac:chgData name="Varshini Murugesan" userId="b0a31996b2fe65ae" providerId="LiveId" clId="{DA129972-88BD-4957-99A7-0274255CAE09}" dt="2026-08-27T04:13:57.564" v="742" actId="2711"/>
          <ac:spMkLst>
            <pc:docMk/>
            <pc:sldMk cId="0" sldId="264"/>
            <ac:spMk id="2" creationId="{00000000-0000-0000-0000-000000000000}"/>
          </ac:spMkLst>
        </pc:spChg>
        <pc:spChg chg="mod">
          <ac:chgData name="Varshini Murugesan" userId="b0a31996b2fe65ae" providerId="LiveId" clId="{DA129972-88BD-4957-99A7-0274255CAE09}" dt="2026-08-27T04:13:57.564" v="742" actId="2711"/>
          <ac:spMkLst>
            <pc:docMk/>
            <pc:sldMk cId="0" sldId="264"/>
            <ac:spMk id="6" creationId="{00000000-0000-0000-0000-000000000000}"/>
          </ac:spMkLst>
        </pc:spChg>
        <pc:spChg chg="add del mod">
          <ac:chgData name="Varshini Murugesan" userId="b0a31996b2fe65ae" providerId="LiveId" clId="{DA129972-88BD-4957-99A7-0274255CAE09}" dt="2026-08-27T04:56:47.877" v="913" actId="255"/>
          <ac:spMkLst>
            <pc:docMk/>
            <pc:sldMk cId="0" sldId="264"/>
            <ac:spMk id="8" creationId="{06776AFC-709F-228E-2F3E-8288D64C5BD2}"/>
          </ac:spMkLst>
        </pc:spChg>
        <pc:picChg chg="add mod modCrop">
          <ac:chgData name="Varshini Murugesan" userId="b0a31996b2fe65ae" providerId="LiveId" clId="{DA129972-88BD-4957-99A7-0274255CAE09}" dt="2026-08-27T04:56:30.702" v="909" actId="1076"/>
          <ac:picMkLst>
            <pc:docMk/>
            <pc:sldMk cId="0" sldId="264"/>
            <ac:picMk id="7" creationId="{11778C6E-8CDF-2671-EB2D-9150F2E30334}"/>
          </ac:picMkLst>
        </pc:picChg>
      </pc:sldChg>
      <pc:sldChg chg="addSp delSp modSp mod">
        <pc:chgData name="Varshini Murugesan" userId="b0a31996b2fe65ae" providerId="LiveId" clId="{DA129972-88BD-4957-99A7-0274255CAE09}" dt="2026-08-27T04:20:13.649" v="799" actId="1076"/>
        <pc:sldMkLst>
          <pc:docMk/>
          <pc:sldMk cId="0" sldId="265"/>
        </pc:sldMkLst>
        <pc:spChg chg="mod">
          <ac:chgData name="Varshini Murugesan" userId="b0a31996b2fe65ae" providerId="LiveId" clId="{DA129972-88BD-4957-99A7-0274255CAE09}" dt="2026-08-27T03:48:25.599" v="533" actId="20577"/>
          <ac:spMkLst>
            <pc:docMk/>
            <pc:sldMk cId="0" sldId="265"/>
            <ac:spMk id="2" creationId="{00000000-0000-0000-0000-000000000000}"/>
          </ac:spMkLst>
        </pc:spChg>
        <pc:spChg chg="del mod">
          <ac:chgData name="Varshini Murugesan" userId="b0a31996b2fe65ae" providerId="LiveId" clId="{DA129972-88BD-4957-99A7-0274255CAE09}" dt="2026-08-27T03:48:32.185" v="536"/>
          <ac:spMkLst>
            <pc:docMk/>
            <pc:sldMk cId="0" sldId="265"/>
            <ac:spMk id="7" creationId="{CCDC3DE5-6B8A-95FC-EA73-E3F16FE06CF6}"/>
          </ac:spMkLst>
        </pc:spChg>
        <pc:spChg chg="add mod">
          <ac:chgData name="Varshini Murugesan" userId="b0a31996b2fe65ae" providerId="LiveId" clId="{DA129972-88BD-4957-99A7-0274255CAE09}" dt="2026-08-27T04:20:01.231" v="795" actId="1076"/>
          <ac:spMkLst>
            <pc:docMk/>
            <pc:sldMk cId="0" sldId="265"/>
            <ac:spMk id="8" creationId="{F68B4FDE-8171-31A8-CB98-0039D126A79A}"/>
          </ac:spMkLst>
        </pc:spChg>
        <pc:spChg chg="add mod">
          <ac:chgData name="Varshini Murugesan" userId="b0a31996b2fe65ae" providerId="LiveId" clId="{DA129972-88BD-4957-99A7-0274255CAE09}" dt="2026-08-27T04:20:13.649" v="799" actId="1076"/>
          <ac:spMkLst>
            <pc:docMk/>
            <pc:sldMk cId="0" sldId="265"/>
            <ac:spMk id="10" creationId="{36D878F2-F097-8E2F-4F44-2E004E6F2B5C}"/>
          </ac:spMkLst>
        </pc:spChg>
      </pc:sldChg>
      <pc:sldChg chg="del">
        <pc:chgData name="Varshini Murugesan" userId="b0a31996b2fe65ae" providerId="LiveId" clId="{DA129972-88BD-4957-99A7-0274255CAE09}" dt="2026-08-27T03:49:08.113" v="567" actId="47"/>
        <pc:sldMkLst>
          <pc:docMk/>
          <pc:sldMk cId="0" sldId="267"/>
        </pc:sldMkLst>
      </pc:sldChg>
      <pc:sldChg chg="modSp mod">
        <pc:chgData name="Varshini Murugesan" userId="b0a31996b2fe65ae" providerId="LiveId" clId="{DA129972-88BD-4957-99A7-0274255CAE09}" dt="2026-08-27T04:18:05.948" v="770" actId="2711"/>
        <pc:sldMkLst>
          <pc:docMk/>
          <pc:sldMk cId="0" sldId="268"/>
        </pc:sldMkLst>
        <pc:spChg chg="mod">
          <ac:chgData name="Varshini Murugesan" userId="b0a31996b2fe65ae" providerId="LiveId" clId="{DA129972-88BD-4957-99A7-0274255CAE09}" dt="2026-08-27T04:18:05.948" v="770" actId="2711"/>
          <ac:spMkLst>
            <pc:docMk/>
            <pc:sldMk cId="0" sldId="268"/>
            <ac:spMk id="8" creationId="{5502EDC1-374B-9B36-D820-B498EC627409}"/>
          </ac:spMkLst>
        </pc:spChg>
      </pc:sldChg>
      <pc:sldChg chg="addSp delSp modSp mod">
        <pc:chgData name="Varshini Murugesan" userId="b0a31996b2fe65ae" providerId="LiveId" clId="{DA129972-88BD-4957-99A7-0274255CAE09}" dt="2026-08-27T04:57:52.554" v="923" actId="1076"/>
        <pc:sldMkLst>
          <pc:docMk/>
          <pc:sldMk cId="773614948" sldId="270"/>
        </pc:sldMkLst>
        <pc:spChg chg="mod">
          <ac:chgData name="Varshini Murugesan" userId="b0a31996b2fe65ae" providerId="LiveId" clId="{DA129972-88BD-4957-99A7-0274255CAE09}" dt="2026-08-27T04:22:50.977" v="836" actId="2711"/>
          <ac:spMkLst>
            <pc:docMk/>
            <pc:sldMk cId="773614948" sldId="270"/>
            <ac:spMk id="2" creationId="{6C1729A4-4E37-F0C8-BD7D-0E00649CEB6D}"/>
          </ac:spMkLst>
        </pc:spChg>
        <pc:spChg chg="add mod">
          <ac:chgData name="Varshini Murugesan" userId="b0a31996b2fe65ae" providerId="LiveId" clId="{DA129972-88BD-4957-99A7-0274255CAE09}" dt="2026-08-27T04:57:52.554" v="923" actId="1076"/>
          <ac:spMkLst>
            <pc:docMk/>
            <pc:sldMk cId="773614948" sldId="270"/>
            <ac:spMk id="7" creationId="{7E0252CA-2AFF-D514-C34A-3BEB017013AF}"/>
          </ac:spMkLst>
        </pc:spChg>
        <pc:spChg chg="del mod">
          <ac:chgData name="Varshini Murugesan" userId="b0a31996b2fe65ae" providerId="LiveId" clId="{DA129972-88BD-4957-99A7-0274255CAE09}" dt="2026-08-27T04:14:36.577" v="749"/>
          <ac:spMkLst>
            <pc:docMk/>
            <pc:sldMk cId="773614948" sldId="270"/>
            <ac:spMk id="8" creationId="{7CE1A2D5-443D-21C1-44F8-D31DA2D86ED0}"/>
          </ac:spMkLst>
        </pc:spChg>
        <pc:picChg chg="add mod">
          <ac:chgData name="Varshini Murugesan" userId="b0a31996b2fe65ae" providerId="LiveId" clId="{DA129972-88BD-4957-99A7-0274255CAE09}" dt="2026-08-27T04:57:38.753" v="920" actId="1076"/>
          <ac:picMkLst>
            <pc:docMk/>
            <pc:sldMk cId="773614948" sldId="270"/>
            <ac:picMk id="10" creationId="{012BA5A5-C4F5-FEBD-DC18-C5A1FF760C7F}"/>
          </ac:picMkLst>
        </pc:picChg>
      </pc:sldChg>
      <pc:sldChg chg="addSp delSp modSp mod">
        <pc:chgData name="Varshini Murugesan" userId="b0a31996b2fe65ae" providerId="LiveId" clId="{DA129972-88BD-4957-99A7-0274255CAE09}" dt="2026-08-27T04:58:34.888" v="932"/>
        <pc:sldMkLst>
          <pc:docMk/>
          <pc:sldMk cId="2976132357" sldId="271"/>
        </pc:sldMkLst>
        <pc:spChg chg="mod">
          <ac:chgData name="Varshini Murugesan" userId="b0a31996b2fe65ae" providerId="LiveId" clId="{DA129972-88BD-4957-99A7-0274255CAE09}" dt="2026-08-27T04:21:45.854" v="821" actId="404"/>
          <ac:spMkLst>
            <pc:docMk/>
            <pc:sldMk cId="2976132357" sldId="271"/>
            <ac:spMk id="2" creationId="{BE20F10F-E324-24CF-5F71-81E689AF83D6}"/>
          </ac:spMkLst>
        </pc:spChg>
        <pc:spChg chg="add del mod">
          <ac:chgData name="Varshini Murugesan" userId="b0a31996b2fe65ae" providerId="LiveId" clId="{DA129972-88BD-4957-99A7-0274255CAE09}" dt="2026-08-27T04:58:26.524" v="926"/>
          <ac:spMkLst>
            <pc:docMk/>
            <pc:sldMk cId="2976132357" sldId="271"/>
            <ac:spMk id="5" creationId="{B4D1304F-6F02-A759-C9E5-12C0D09EE6FF}"/>
          </ac:spMkLst>
        </pc:spChg>
        <pc:spChg chg="add del mod">
          <ac:chgData name="Varshini Murugesan" userId="b0a31996b2fe65ae" providerId="LiveId" clId="{DA129972-88BD-4957-99A7-0274255CAE09}" dt="2026-08-27T04:58:34.888" v="932"/>
          <ac:spMkLst>
            <pc:docMk/>
            <pc:sldMk cId="2976132357" sldId="271"/>
            <ac:spMk id="7" creationId="{306B20AC-E097-8686-20DD-9AB95DFB0991}"/>
          </ac:spMkLst>
        </pc:spChg>
        <pc:spChg chg="mod">
          <ac:chgData name="Varshini Murugesan" userId="b0a31996b2fe65ae" providerId="LiveId" clId="{DA129972-88BD-4957-99A7-0274255CAE09}" dt="2026-08-27T04:22:03.757" v="824" actId="2710"/>
          <ac:spMkLst>
            <pc:docMk/>
            <pc:sldMk cId="2976132357" sldId="271"/>
            <ac:spMk id="8" creationId="{F8BA69E0-55B2-4407-D130-697D136E6653}"/>
          </ac:spMkLst>
        </pc:spChg>
        <pc:picChg chg="add mod">
          <ac:chgData name="Varshini Murugesan" userId="b0a31996b2fe65ae" providerId="LiveId" clId="{DA129972-88BD-4957-99A7-0274255CAE09}" dt="2026-08-27T04:58:33.405" v="930" actId="1076"/>
          <ac:picMkLst>
            <pc:docMk/>
            <pc:sldMk cId="2976132357" sldId="271"/>
            <ac:picMk id="10" creationId="{3219E5CC-0A28-EA65-1389-9750CBEEDD22}"/>
          </ac:picMkLst>
        </pc:picChg>
      </pc:sldChg>
      <pc:sldChg chg="addSp modSp mod ord">
        <pc:chgData name="Varshini Murugesan" userId="b0a31996b2fe65ae" providerId="LiveId" clId="{DA129972-88BD-4957-99A7-0274255CAE09}" dt="2026-08-27T04:53:16.899" v="889" actId="1076"/>
        <pc:sldMkLst>
          <pc:docMk/>
          <pc:sldMk cId="2757715787" sldId="276"/>
        </pc:sldMkLst>
        <pc:spChg chg="mod">
          <ac:chgData name="Varshini Murugesan" userId="b0a31996b2fe65ae" providerId="LiveId" clId="{DA129972-88BD-4957-99A7-0274255CAE09}" dt="2026-08-27T04:06:03.799" v="637" actId="2711"/>
          <ac:spMkLst>
            <pc:docMk/>
            <pc:sldMk cId="2757715787" sldId="276"/>
            <ac:spMk id="2" creationId="{8A3D0CC0-6B8B-4499-A0CB-0A4BAB55C212}"/>
          </ac:spMkLst>
        </pc:spChg>
        <pc:spChg chg="mod">
          <ac:chgData name="Varshini Murugesan" userId="b0a31996b2fe65ae" providerId="LiveId" clId="{DA129972-88BD-4957-99A7-0274255CAE09}" dt="2026-08-27T04:05:57.571" v="636" actId="2711"/>
          <ac:spMkLst>
            <pc:docMk/>
            <pc:sldMk cId="2757715787" sldId="276"/>
            <ac:spMk id="8" creationId="{C75B4B0B-1B2D-1EEE-9CFF-DFE2A1E53906}"/>
          </ac:spMkLst>
        </pc:spChg>
        <pc:picChg chg="add mod">
          <ac:chgData name="Varshini Murugesan" userId="b0a31996b2fe65ae" providerId="LiveId" clId="{DA129972-88BD-4957-99A7-0274255CAE09}" dt="2026-08-27T04:53:16.899" v="889" actId="1076"/>
          <ac:picMkLst>
            <pc:docMk/>
            <pc:sldMk cId="2757715787" sldId="276"/>
            <ac:picMk id="6" creationId="{349FE409-879F-62B2-A591-B3A2D71EF98B}"/>
          </ac:picMkLst>
        </pc:picChg>
      </pc:sldChg>
      <pc:sldChg chg="addSp modSp mod">
        <pc:chgData name="Varshini Murugesan" userId="b0a31996b2fe65ae" providerId="LiveId" clId="{DA129972-88BD-4957-99A7-0274255CAE09}" dt="2026-08-27T04:18:45.633" v="785" actId="255"/>
        <pc:sldMkLst>
          <pc:docMk/>
          <pc:sldMk cId="2562505047" sldId="277"/>
        </pc:sldMkLst>
        <pc:spChg chg="mod">
          <ac:chgData name="Varshini Murugesan" userId="b0a31996b2fe65ae" providerId="LiveId" clId="{DA129972-88BD-4957-99A7-0274255CAE09}" dt="2026-08-27T04:04:34.884" v="626" actId="1076"/>
          <ac:spMkLst>
            <pc:docMk/>
            <pc:sldMk cId="2562505047" sldId="277"/>
            <ac:spMk id="2" creationId="{875B6A17-BF3B-4C61-B48F-C11F0FD86C12}"/>
          </ac:spMkLst>
        </pc:spChg>
        <pc:spChg chg="add mod">
          <ac:chgData name="Varshini Murugesan" userId="b0a31996b2fe65ae" providerId="LiveId" clId="{DA129972-88BD-4957-99A7-0274255CAE09}" dt="2026-08-27T04:18:45.633" v="785" actId="255"/>
          <ac:spMkLst>
            <pc:docMk/>
            <pc:sldMk cId="2562505047" sldId="277"/>
            <ac:spMk id="7" creationId="{F4AD9BDF-D797-9D04-31D6-701A169B1DF1}"/>
          </ac:spMkLst>
        </pc:spChg>
      </pc:sldChg>
      <pc:sldChg chg="del">
        <pc:chgData name="Varshini Murugesan" userId="b0a31996b2fe65ae" providerId="LiveId" clId="{DA129972-88BD-4957-99A7-0274255CAE09}" dt="2026-08-27T03:49:06.937" v="566" actId="47"/>
        <pc:sldMkLst>
          <pc:docMk/>
          <pc:sldMk cId="3277573657" sldId="278"/>
        </pc:sldMkLst>
      </pc:sldChg>
      <pc:sldChg chg="del">
        <pc:chgData name="Varshini Murugesan" userId="b0a31996b2fe65ae" providerId="LiveId" clId="{DA129972-88BD-4957-99A7-0274255CAE09}" dt="2026-08-27T03:47:16.586" v="466" actId="47"/>
        <pc:sldMkLst>
          <pc:docMk/>
          <pc:sldMk cId="3783205791" sldId="279"/>
        </pc:sldMkLst>
      </pc:sldChg>
      <pc:sldChg chg="del">
        <pc:chgData name="Varshini Murugesan" userId="b0a31996b2fe65ae" providerId="LiveId" clId="{DA129972-88BD-4957-99A7-0274255CAE09}" dt="2026-08-27T03:47:17.409" v="467" actId="47"/>
        <pc:sldMkLst>
          <pc:docMk/>
          <pc:sldMk cId="3366775925" sldId="280"/>
        </pc:sldMkLst>
      </pc:sldChg>
      <pc:sldChg chg="addSp modSp mod">
        <pc:chgData name="Varshini Murugesan" userId="b0a31996b2fe65ae" providerId="LiveId" clId="{DA129972-88BD-4957-99A7-0274255CAE09}" dt="2026-08-27T04:54:55.780" v="904" actId="255"/>
        <pc:sldMkLst>
          <pc:docMk/>
          <pc:sldMk cId="2779228819" sldId="281"/>
        </pc:sldMkLst>
        <pc:spChg chg="mod">
          <ac:chgData name="Varshini Murugesan" userId="b0a31996b2fe65ae" providerId="LiveId" clId="{DA129972-88BD-4957-99A7-0274255CAE09}" dt="2026-08-27T04:06:30.372" v="641" actId="2711"/>
          <ac:spMkLst>
            <pc:docMk/>
            <pc:sldMk cId="2779228819" sldId="281"/>
            <ac:spMk id="2" creationId="{408C0785-B0CF-FE6F-8D5E-D17A094553EE}"/>
          </ac:spMkLst>
        </pc:spChg>
        <pc:spChg chg="mod">
          <ac:chgData name="Varshini Murugesan" userId="b0a31996b2fe65ae" providerId="LiveId" clId="{DA129972-88BD-4957-99A7-0274255CAE09}" dt="2026-08-27T04:54:55.780" v="904" actId="255"/>
          <ac:spMkLst>
            <pc:docMk/>
            <pc:sldMk cId="2779228819" sldId="281"/>
            <ac:spMk id="6" creationId="{58FC4011-DA2B-A844-254A-38934ED83179}"/>
          </ac:spMkLst>
        </pc:spChg>
        <pc:picChg chg="add mod modCrop">
          <ac:chgData name="Varshini Murugesan" userId="b0a31996b2fe65ae" providerId="LiveId" clId="{DA129972-88BD-4957-99A7-0274255CAE09}" dt="2026-08-27T04:54:32.154" v="899" actId="1076"/>
          <ac:picMkLst>
            <pc:docMk/>
            <pc:sldMk cId="2779228819" sldId="281"/>
            <ac:picMk id="8" creationId="{3909EE3B-B385-66A9-9B2E-3E7C72E2014D}"/>
          </ac:picMkLst>
        </pc:picChg>
      </pc:sldChg>
      <pc:sldChg chg="addSp modSp mod ord">
        <pc:chgData name="Varshini Murugesan" userId="b0a31996b2fe65ae" providerId="LiveId" clId="{DA129972-88BD-4957-99A7-0274255CAE09}" dt="2026-08-27T04:11:23.081" v="694" actId="1076"/>
        <pc:sldMkLst>
          <pc:docMk/>
          <pc:sldMk cId="1178503699" sldId="282"/>
        </pc:sldMkLst>
        <pc:spChg chg="mod">
          <ac:chgData name="Varshini Murugesan" userId="b0a31996b2fe65ae" providerId="LiveId" clId="{DA129972-88BD-4957-99A7-0274255CAE09}" dt="2026-08-27T04:11:23.081" v="694" actId="1076"/>
          <ac:spMkLst>
            <pc:docMk/>
            <pc:sldMk cId="1178503699" sldId="282"/>
            <ac:spMk id="2" creationId="{31C9DED0-D247-92B3-99AF-BD447834C5B5}"/>
          </ac:spMkLst>
        </pc:spChg>
        <pc:spChg chg="add mod">
          <ac:chgData name="Varshini Murugesan" userId="b0a31996b2fe65ae" providerId="LiveId" clId="{DA129972-88BD-4957-99A7-0274255CAE09}" dt="2026-08-27T04:10:11.110" v="680" actId="1076"/>
          <ac:spMkLst>
            <pc:docMk/>
            <pc:sldMk cId="1178503699" sldId="282"/>
            <ac:spMk id="6" creationId="{6847F404-4F5B-9DAA-3D77-221E94F96F52}"/>
          </ac:spMkLst>
        </pc:spChg>
        <pc:spChg chg="add mod">
          <ac:chgData name="Varshini Murugesan" userId="b0a31996b2fe65ae" providerId="LiveId" clId="{DA129972-88BD-4957-99A7-0274255CAE09}" dt="2026-08-27T04:10:56.344" v="688" actId="1076"/>
          <ac:spMkLst>
            <pc:docMk/>
            <pc:sldMk cId="1178503699" sldId="282"/>
            <ac:spMk id="9" creationId="{0AABDF1E-FAF2-7815-3513-CC0F40337C8D}"/>
          </ac:spMkLst>
        </pc:spChg>
        <pc:spChg chg="add mod">
          <ac:chgData name="Varshini Murugesan" userId="b0a31996b2fe65ae" providerId="LiveId" clId="{DA129972-88BD-4957-99A7-0274255CAE09}" dt="2026-08-27T04:10:46.023" v="686" actId="1076"/>
          <ac:spMkLst>
            <pc:docMk/>
            <pc:sldMk cId="1178503699" sldId="282"/>
            <ac:spMk id="11" creationId="{4BD4A476-B3EE-9EFD-6DD1-11E5A5ABB732}"/>
          </ac:spMkLst>
        </pc:spChg>
      </pc:sldChg>
      <pc:sldChg chg="del">
        <pc:chgData name="Varshini Murugesan" userId="b0a31996b2fe65ae" providerId="LiveId" clId="{DA129972-88BD-4957-99A7-0274255CAE09}" dt="2026-08-27T03:47:13.843" v="465" actId="47"/>
        <pc:sldMkLst>
          <pc:docMk/>
          <pc:sldMk cId="1465718848" sldId="283"/>
        </pc:sldMkLst>
      </pc:sldChg>
      <pc:sldChg chg="modSp add mod ord">
        <pc:chgData name="Varshini Murugesan" userId="b0a31996b2fe65ae" providerId="LiveId" clId="{DA129972-88BD-4957-99A7-0274255CAE09}" dt="2026-08-27T04:53:23.021" v="890" actId="1076"/>
        <pc:sldMkLst>
          <pc:docMk/>
          <pc:sldMk cId="154478543" sldId="284"/>
        </pc:sldMkLst>
        <pc:spChg chg="mod">
          <ac:chgData name="Varshini Murugesan" userId="b0a31996b2fe65ae" providerId="LiveId" clId="{DA129972-88BD-4957-99A7-0274255CAE09}" dt="2026-08-27T04:06:15.543" v="639" actId="2711"/>
          <ac:spMkLst>
            <pc:docMk/>
            <pc:sldMk cId="154478543" sldId="284"/>
            <ac:spMk id="2" creationId="{94CE87B1-AE85-64F0-F18E-1703ED530B1C}"/>
          </ac:spMkLst>
        </pc:spChg>
        <pc:spChg chg="mod">
          <ac:chgData name="Varshini Murugesan" userId="b0a31996b2fe65ae" providerId="LiveId" clId="{DA129972-88BD-4957-99A7-0274255CAE09}" dt="2026-08-27T04:53:23.021" v="890" actId="1076"/>
          <ac:spMkLst>
            <pc:docMk/>
            <pc:sldMk cId="154478543" sldId="284"/>
            <ac:spMk id="8" creationId="{092837F8-287A-AD09-735B-9747A493B032}"/>
          </ac:spMkLst>
        </pc:spChg>
      </pc:sldChg>
      <pc:sldChg chg="addSp modSp add mod">
        <pc:chgData name="Varshini Murugesan" userId="b0a31996b2fe65ae" providerId="LiveId" clId="{DA129972-88BD-4957-99A7-0274255CAE09}" dt="2026-08-27T04:06:56.918" v="646" actId="2711"/>
        <pc:sldMkLst>
          <pc:docMk/>
          <pc:sldMk cId="1840259677" sldId="285"/>
        </pc:sldMkLst>
        <pc:spChg chg="mod">
          <ac:chgData name="Varshini Murugesan" userId="b0a31996b2fe65ae" providerId="LiveId" clId="{DA129972-88BD-4957-99A7-0274255CAE09}" dt="2026-08-27T04:06:52.192" v="645" actId="1076"/>
          <ac:spMkLst>
            <pc:docMk/>
            <pc:sldMk cId="1840259677" sldId="285"/>
            <ac:spMk id="2" creationId="{A6A0C715-DC9F-D87C-B2FB-668FF1280509}"/>
          </ac:spMkLst>
        </pc:spChg>
        <pc:spChg chg="mod">
          <ac:chgData name="Varshini Murugesan" userId="b0a31996b2fe65ae" providerId="LiveId" clId="{DA129972-88BD-4957-99A7-0274255CAE09}" dt="2026-08-27T04:06:36.193" v="642" actId="2711"/>
          <ac:spMkLst>
            <pc:docMk/>
            <pc:sldMk cId="1840259677" sldId="285"/>
            <ac:spMk id="6" creationId="{7F059314-1DA1-076F-3255-0FF7DB522D51}"/>
          </ac:spMkLst>
        </pc:spChg>
        <pc:spChg chg="add mod">
          <ac:chgData name="Varshini Murugesan" userId="b0a31996b2fe65ae" providerId="LiveId" clId="{DA129972-88BD-4957-99A7-0274255CAE09}" dt="2026-08-27T04:06:56.918" v="646" actId="2711"/>
          <ac:spMkLst>
            <pc:docMk/>
            <pc:sldMk cId="1840259677" sldId="285"/>
            <ac:spMk id="8" creationId="{07ACDDEF-2553-7B11-1032-F67AC6B7C061}"/>
          </ac:spMkLst>
        </pc:spChg>
      </pc:sldChg>
      <pc:sldChg chg="addSp delSp modSp add mod">
        <pc:chgData name="Varshini Murugesan" userId="b0a31996b2fe65ae" providerId="LiveId" clId="{DA129972-88BD-4957-99A7-0274255CAE09}" dt="2026-08-27T04:50:54.468" v="874" actId="255"/>
        <pc:sldMkLst>
          <pc:docMk/>
          <pc:sldMk cId="3791212895" sldId="286"/>
        </pc:sldMkLst>
        <pc:spChg chg="mod">
          <ac:chgData name="Varshini Murugesan" userId="b0a31996b2fe65ae" providerId="LiveId" clId="{DA129972-88BD-4957-99A7-0274255CAE09}" dt="2026-08-27T04:40:31.584" v="838" actId="1076"/>
          <ac:spMkLst>
            <pc:docMk/>
            <pc:sldMk cId="3791212895" sldId="286"/>
            <ac:spMk id="2" creationId="{3504573F-FD64-32A2-46C5-134E5CD36A27}"/>
          </ac:spMkLst>
        </pc:spChg>
        <pc:spChg chg="add del mod">
          <ac:chgData name="Varshini Murugesan" userId="b0a31996b2fe65ae" providerId="LiveId" clId="{DA129972-88BD-4957-99A7-0274255CAE09}" dt="2026-08-27T03:51:19.226" v="585"/>
          <ac:spMkLst>
            <pc:docMk/>
            <pc:sldMk cId="3791212895" sldId="286"/>
            <ac:spMk id="5" creationId="{4EEB3C43-3250-9C63-ED6B-30B01DBEDD55}"/>
          </ac:spMkLst>
        </pc:spChg>
        <pc:spChg chg="del mod">
          <ac:chgData name="Varshini Murugesan" userId="b0a31996b2fe65ae" providerId="LiveId" clId="{DA129972-88BD-4957-99A7-0274255CAE09}" dt="2026-08-27T03:45:32.498" v="405"/>
          <ac:spMkLst>
            <pc:docMk/>
            <pc:sldMk cId="3791212895" sldId="286"/>
            <ac:spMk id="7" creationId="{877E4722-7424-442A-7AD1-8E553B9229BA}"/>
          </ac:spMkLst>
        </pc:spChg>
        <pc:spChg chg="add mod">
          <ac:chgData name="Varshini Murugesan" userId="b0a31996b2fe65ae" providerId="LiveId" clId="{DA129972-88BD-4957-99A7-0274255CAE09}" dt="2026-08-27T04:50:54.468" v="874" actId="255"/>
          <ac:spMkLst>
            <pc:docMk/>
            <pc:sldMk cId="3791212895" sldId="286"/>
            <ac:spMk id="9" creationId="{BBEA52CB-29B9-0978-7F7A-892BA53C0C96}"/>
          </ac:spMkLst>
        </pc:spChg>
        <pc:picChg chg="add mod modCrop">
          <ac:chgData name="Varshini Murugesan" userId="b0a31996b2fe65ae" providerId="LiveId" clId="{DA129972-88BD-4957-99A7-0274255CAE09}" dt="2026-08-27T04:50:40.950" v="872" actId="1076"/>
          <ac:picMkLst>
            <pc:docMk/>
            <pc:sldMk cId="3791212895" sldId="286"/>
            <ac:picMk id="11" creationId="{679B00C0-4F29-78B7-8B79-203CFDD0C7F8}"/>
          </ac:picMkLst>
        </pc:picChg>
      </pc:sldChg>
      <pc:sldChg chg="addSp delSp modSp add mod ord">
        <pc:chgData name="Varshini Murugesan" userId="b0a31996b2fe65ae" providerId="LiveId" clId="{DA129972-88BD-4957-99A7-0274255CAE09}" dt="2026-08-27T04:08:21.616" v="659" actId="1076"/>
        <pc:sldMkLst>
          <pc:docMk/>
          <pc:sldMk cId="561275434" sldId="287"/>
        </pc:sldMkLst>
        <pc:spChg chg="mod">
          <ac:chgData name="Varshini Murugesan" userId="b0a31996b2fe65ae" providerId="LiveId" clId="{DA129972-88BD-4957-99A7-0274255CAE09}" dt="2026-08-27T04:08:21.616" v="659" actId="1076"/>
          <ac:spMkLst>
            <pc:docMk/>
            <pc:sldMk cId="561275434" sldId="287"/>
            <ac:spMk id="2" creationId="{5F25CA4E-E03C-5875-4A50-AF8987951662}"/>
          </ac:spMkLst>
        </pc:spChg>
        <pc:spChg chg="del mod">
          <ac:chgData name="Varshini Murugesan" userId="b0a31996b2fe65ae" providerId="LiveId" clId="{DA129972-88BD-4957-99A7-0274255CAE09}" dt="2026-08-27T03:45:41.233" v="416"/>
          <ac:spMkLst>
            <pc:docMk/>
            <pc:sldMk cId="561275434" sldId="287"/>
            <ac:spMk id="7" creationId="{3D28CA08-FA32-F0D8-F51E-A0F5FF125647}"/>
          </ac:spMkLst>
        </pc:spChg>
        <pc:spChg chg="add mod">
          <ac:chgData name="Varshini Murugesan" userId="b0a31996b2fe65ae" providerId="LiveId" clId="{DA129972-88BD-4957-99A7-0274255CAE09}" dt="2026-08-27T04:07:57.765" v="656" actId="1076"/>
          <ac:spMkLst>
            <pc:docMk/>
            <pc:sldMk cId="561275434" sldId="287"/>
            <ac:spMk id="8" creationId="{32C7A136-FD71-79CA-3C51-10416D4430D6}"/>
          </ac:spMkLst>
        </pc:spChg>
      </pc:sldChg>
      <pc:sldChg chg="addSp delSp modSp add mod">
        <pc:chgData name="Varshini Murugesan" userId="b0a31996b2fe65ae" providerId="LiveId" clId="{DA129972-88BD-4957-99A7-0274255CAE09}" dt="2026-08-27T04:46:12.656" v="856" actId="1076"/>
        <pc:sldMkLst>
          <pc:docMk/>
          <pc:sldMk cId="2826730225" sldId="288"/>
        </pc:sldMkLst>
        <pc:spChg chg="mod">
          <ac:chgData name="Varshini Murugesan" userId="b0a31996b2fe65ae" providerId="LiveId" clId="{DA129972-88BD-4957-99A7-0274255CAE09}" dt="2026-08-27T04:46:12.656" v="856" actId="1076"/>
          <ac:spMkLst>
            <pc:docMk/>
            <pc:sldMk cId="2826730225" sldId="288"/>
            <ac:spMk id="2" creationId="{9D65F2F3-828D-38D9-D197-4D4CAE5C976D}"/>
          </ac:spMkLst>
        </pc:spChg>
        <pc:spChg chg="add del mod ord">
          <ac:chgData name="Varshini Murugesan" userId="b0a31996b2fe65ae" providerId="LiveId" clId="{DA129972-88BD-4957-99A7-0274255CAE09}" dt="2026-08-27T04:45:56.340" v="854" actId="478"/>
          <ac:spMkLst>
            <pc:docMk/>
            <pc:sldMk cId="2826730225" sldId="288"/>
            <ac:spMk id="8" creationId="{B20306FB-B96B-022D-FF3B-28612F2B7F9A}"/>
          </ac:spMkLst>
        </pc:spChg>
        <pc:spChg chg="add del ord">
          <ac:chgData name="Varshini Murugesan" userId="b0a31996b2fe65ae" providerId="LiveId" clId="{DA129972-88BD-4957-99A7-0274255CAE09}" dt="2026-08-27T04:45:58.753" v="855" actId="478"/>
          <ac:spMkLst>
            <pc:docMk/>
            <pc:sldMk cId="2826730225" sldId="288"/>
            <ac:spMk id="9" creationId="{ACFE973C-37B3-9CAD-8046-97F5129689CF}"/>
          </ac:spMkLst>
        </pc:spChg>
        <pc:picChg chg="mod">
          <ac:chgData name="Varshini Murugesan" userId="b0a31996b2fe65ae" providerId="LiveId" clId="{DA129972-88BD-4957-99A7-0274255CAE09}" dt="2026-08-27T04:44:23.382" v="842" actId="1076"/>
          <ac:picMkLst>
            <pc:docMk/>
            <pc:sldMk cId="2826730225" sldId="288"/>
            <ac:picMk id="3" creationId="{3E6DE1C6-52CC-33B0-B6B8-E595D1057A1B}"/>
          </ac:picMkLst>
        </pc:picChg>
        <pc:picChg chg="mod">
          <ac:chgData name="Varshini Murugesan" userId="b0a31996b2fe65ae" providerId="LiveId" clId="{DA129972-88BD-4957-99A7-0274255CAE09}" dt="2026-08-27T04:44:33.435" v="844" actId="1076"/>
          <ac:picMkLst>
            <pc:docMk/>
            <pc:sldMk cId="2826730225" sldId="288"/>
            <ac:picMk id="4" creationId="{00AE2CA6-19D1-9BCE-5AAA-FDFC3B3BF057}"/>
          </ac:picMkLst>
        </pc:picChg>
        <pc:picChg chg="add mod ord modCrop">
          <ac:chgData name="Varshini Murugesan" userId="b0a31996b2fe65ae" providerId="LiveId" clId="{DA129972-88BD-4957-99A7-0274255CAE09}" dt="2026-08-27T04:45:52.059" v="853" actId="732"/>
          <ac:picMkLst>
            <pc:docMk/>
            <pc:sldMk cId="2826730225" sldId="288"/>
            <ac:picMk id="6" creationId="{3196930B-DF58-CB91-9704-24054F25378D}"/>
          </ac:picMkLst>
        </pc:picChg>
      </pc:sldChg>
      <pc:sldChg chg="addSp modSp add mod">
        <pc:chgData name="Varshini Murugesan" userId="b0a31996b2fe65ae" providerId="LiveId" clId="{DA129972-88BD-4957-99A7-0274255CAE09}" dt="2026-08-27T04:13:06.309" v="732" actId="1076"/>
        <pc:sldMkLst>
          <pc:docMk/>
          <pc:sldMk cId="903501254" sldId="289"/>
        </pc:sldMkLst>
        <pc:spChg chg="mod">
          <ac:chgData name="Varshini Murugesan" userId="b0a31996b2fe65ae" providerId="LiveId" clId="{DA129972-88BD-4957-99A7-0274255CAE09}" dt="2026-08-27T04:12:43.555" v="725" actId="2711"/>
          <ac:spMkLst>
            <pc:docMk/>
            <pc:sldMk cId="903501254" sldId="289"/>
            <ac:spMk id="2" creationId="{6E12C3F6-6E40-1E93-A2B2-D46FA8B0BC3B}"/>
          </ac:spMkLst>
        </pc:spChg>
        <pc:spChg chg="add mod">
          <ac:chgData name="Varshini Murugesan" userId="b0a31996b2fe65ae" providerId="LiveId" clId="{DA129972-88BD-4957-99A7-0274255CAE09}" dt="2026-08-27T04:13:06.309" v="732" actId="1076"/>
          <ac:spMkLst>
            <pc:docMk/>
            <pc:sldMk cId="903501254" sldId="289"/>
            <ac:spMk id="6" creationId="{447D4F76-B5BE-7732-88D9-1F1BC8408A3F}"/>
          </ac:spMkLst>
        </pc:spChg>
        <pc:spChg chg="mod">
          <ac:chgData name="Varshini Murugesan" userId="b0a31996b2fe65ae" providerId="LiveId" clId="{DA129972-88BD-4957-99A7-0274255CAE09}" dt="2026-08-27T04:12:43.555" v="725" actId="2711"/>
          <ac:spMkLst>
            <pc:docMk/>
            <pc:sldMk cId="903501254" sldId="289"/>
            <ac:spMk id="7" creationId="{CAF4BD4A-0A9A-F517-0ADB-4E76C83E7388}"/>
          </ac:spMkLst>
        </pc:spChg>
        <pc:spChg chg="add mod">
          <ac:chgData name="Varshini Murugesan" userId="b0a31996b2fe65ae" providerId="LiveId" clId="{DA129972-88BD-4957-99A7-0274255CAE09}" dt="2026-08-27T04:13:02.661" v="731" actId="1076"/>
          <ac:spMkLst>
            <pc:docMk/>
            <pc:sldMk cId="903501254" sldId="289"/>
            <ac:spMk id="9" creationId="{8CA44A10-D93F-4681-4775-8390FB9B2139}"/>
          </ac:spMkLst>
        </pc:spChg>
      </pc:sldChg>
      <pc:sldChg chg="addSp delSp modSp add mod">
        <pc:chgData name="Varshini Murugesan" userId="b0a31996b2fe65ae" providerId="LiveId" clId="{DA129972-88BD-4957-99A7-0274255CAE09}" dt="2026-08-27T05:00:58.317" v="935" actId="1076"/>
        <pc:sldMkLst>
          <pc:docMk/>
          <pc:sldMk cId="572502821" sldId="290"/>
        </pc:sldMkLst>
        <pc:spChg chg="mod">
          <ac:chgData name="Varshini Murugesan" userId="b0a31996b2fe65ae" providerId="LiveId" clId="{DA129972-88BD-4957-99A7-0274255CAE09}" dt="2026-08-27T04:21:35.536" v="819" actId="2711"/>
          <ac:spMkLst>
            <pc:docMk/>
            <pc:sldMk cId="572502821" sldId="290"/>
            <ac:spMk id="2" creationId="{09E401DE-AB5A-44E1-4A5A-8FE0B8A3F9E4}"/>
          </ac:spMkLst>
        </pc:spChg>
        <pc:spChg chg="add mod">
          <ac:chgData name="Varshini Murugesan" userId="b0a31996b2fe65ae" providerId="LiveId" clId="{DA129972-88BD-4957-99A7-0274255CAE09}" dt="2026-08-27T04:21:13.399" v="817" actId="1076"/>
          <ac:spMkLst>
            <pc:docMk/>
            <pc:sldMk cId="572502821" sldId="290"/>
            <ac:spMk id="7" creationId="{8D3738C5-0B5F-D059-6A35-307F028F494F}"/>
          </ac:spMkLst>
        </pc:spChg>
        <pc:spChg chg="del mod">
          <ac:chgData name="Varshini Murugesan" userId="b0a31996b2fe65ae" providerId="LiveId" clId="{DA129972-88BD-4957-99A7-0274255CAE09}" dt="2026-08-27T03:47:47.741" v="482"/>
          <ac:spMkLst>
            <pc:docMk/>
            <pc:sldMk cId="572502821" sldId="290"/>
            <ac:spMk id="8" creationId="{99A952C3-6651-99EC-A898-EA20C890697E}"/>
          </ac:spMkLst>
        </pc:spChg>
        <pc:picChg chg="add mod modCrop">
          <ac:chgData name="Varshini Murugesan" userId="b0a31996b2fe65ae" providerId="LiveId" clId="{DA129972-88BD-4957-99A7-0274255CAE09}" dt="2026-08-27T05:00:58.317" v="935" actId="1076"/>
          <ac:picMkLst>
            <pc:docMk/>
            <pc:sldMk cId="572502821" sldId="290"/>
            <ac:picMk id="10" creationId="{9344A88E-9D40-87DF-0B14-3401150CCEAE}"/>
          </ac:picMkLst>
        </pc:picChg>
      </pc:sldChg>
      <pc:sldChg chg="addSp modSp add mod">
        <pc:chgData name="Varshini Murugesan" userId="b0a31996b2fe65ae" providerId="LiveId" clId="{DA129972-88BD-4957-99A7-0274255CAE09}" dt="2026-08-27T04:21:27.303" v="818" actId="2711"/>
        <pc:sldMkLst>
          <pc:docMk/>
          <pc:sldMk cId="424959399" sldId="291"/>
        </pc:sldMkLst>
        <pc:spChg chg="mod">
          <ac:chgData name="Varshini Murugesan" userId="b0a31996b2fe65ae" providerId="LiveId" clId="{DA129972-88BD-4957-99A7-0274255CAE09}" dt="2026-08-27T04:21:27.303" v="818" actId="2711"/>
          <ac:spMkLst>
            <pc:docMk/>
            <pc:sldMk cId="424959399" sldId="291"/>
            <ac:spMk id="2" creationId="{0B6AC459-9F87-3DFE-F6AA-36F8B9173C4E}"/>
          </ac:spMkLst>
        </pc:spChg>
        <pc:spChg chg="add mod">
          <ac:chgData name="Varshini Murugesan" userId="b0a31996b2fe65ae" providerId="LiveId" clId="{DA129972-88BD-4957-99A7-0274255CAE09}" dt="2026-08-27T04:20:34.452" v="805" actId="20577"/>
          <ac:spMkLst>
            <pc:docMk/>
            <pc:sldMk cId="424959399" sldId="291"/>
            <ac:spMk id="7" creationId="{6B2F69EF-DF34-D76F-6361-04D7D7D5999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DF4DC4-4954-4BB7-AEF1-33EF01640C2D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A2334-BE9A-44B0-B0B1-C3157C74FB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247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0BAA5-4E30-4A66-87DA-0E1A77289834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9535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F85C80-78E2-4B96-A160-132D42F66D73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9535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9B3B52-D604-4870-A400-E144775BEFDD}" type="datetime1">
              <a:rPr lang="en-US" smtClean="0"/>
              <a:t>8/27/2026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9535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179E51-4B61-40BC-BE2F-400CF1733C83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9535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FAE36-3580-4408-94F6-BFED9407C0B1}" type="datetime1">
              <a:rPr lang="en-US" smtClean="0"/>
              <a:t>8/27/2026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9535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4425" y="397890"/>
            <a:ext cx="7503148" cy="7054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60820" y="1561353"/>
            <a:ext cx="6271259" cy="2454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10312" y="6466777"/>
            <a:ext cx="57086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C64CF8-FC08-4E5E-A02E-60F984CC15D3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29491" y="6466777"/>
            <a:ext cx="218211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9535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doi.org/10.1109/HICSS.2014.377" TargetMode="External"/><Relationship Id="rId4" Type="http://schemas.openxmlformats.org/officeDocument/2006/relationships/hyperlink" Target="https://doi.org/10.1007/s11573-017-0852-x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228600" y="1306042"/>
            <a:ext cx="12192000" cy="2959143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R="815340" algn="ctr">
              <a:lnSpc>
                <a:spcPct val="100000"/>
              </a:lnSpc>
              <a:spcBef>
                <a:spcPts val="1055"/>
              </a:spcBef>
            </a:pPr>
            <a:r>
              <a:rPr dirty="0"/>
              <a:t>Capstone</a:t>
            </a:r>
            <a:r>
              <a:rPr spc="-40" dirty="0"/>
              <a:t> </a:t>
            </a:r>
            <a:r>
              <a:rPr dirty="0"/>
              <a:t>project</a:t>
            </a:r>
            <a:r>
              <a:rPr spc="-35" dirty="0"/>
              <a:t> </a:t>
            </a:r>
            <a:r>
              <a:rPr spc="-10" dirty="0"/>
              <a:t>presentatio</a:t>
            </a:r>
            <a:r>
              <a:rPr lang="en-US" spc="-10" dirty="0"/>
              <a:t>n</a:t>
            </a:r>
          </a:p>
          <a:p>
            <a:pPr marR="815340" algn="ctr">
              <a:lnSpc>
                <a:spcPct val="100000"/>
              </a:lnSpc>
              <a:spcBef>
                <a:spcPts val="1055"/>
              </a:spcBef>
            </a:pPr>
            <a:endParaRPr lang="en-US" sz="2400" b="1" dirty="0"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  <a:p>
            <a:pPr marR="815340" algn="ctr">
              <a:lnSpc>
                <a:spcPct val="100000"/>
              </a:lnSpc>
              <a:spcBef>
                <a:spcPts val="1055"/>
              </a:spcBef>
            </a:pPr>
            <a:r>
              <a:rPr lang="en-US" b="1" dirty="0"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        FINSENSE AI- </a:t>
            </a:r>
            <a:r>
              <a:rPr lang="en-US" sz="2400" b="1" dirty="0"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REALTIME SPENDING BEHAVIOUR INVESTMENT NUDGE ENGINE</a:t>
            </a:r>
            <a:endParaRPr lang="en-US" b="1" dirty="0"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  <a:p>
            <a:pPr marR="815340" algn="ctr">
              <a:lnSpc>
                <a:spcPct val="100000"/>
              </a:lnSpc>
              <a:spcBef>
                <a:spcPts val="1055"/>
              </a:spcBef>
            </a:pPr>
            <a:endParaRPr lang="en-US" sz="2400" dirty="0"/>
          </a:p>
          <a:p>
            <a:pPr algn="ctr"/>
            <a:r>
              <a:rPr lang="en-US" sz="2400" b="1" dirty="0"/>
              <a:t>CSA1712– ARTIFICIAL INTELLIGENCE </a:t>
            </a:r>
            <a:endParaRPr lang="en-IN" sz="2400" b="1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57443"/>
            <a:ext cx="1135116" cy="1342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18899" y="157442"/>
            <a:ext cx="1520113" cy="134288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159393" y="371572"/>
            <a:ext cx="5463829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8240" marR="5080" indent="-1146175" algn="ctr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SAVEETHA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INSTITUTE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MEDICAL</a:t>
            </a:r>
            <a:endParaRPr lang="en-US" sz="2400" b="1" spc="-55" dirty="0">
              <a:latin typeface="Times New Roman"/>
              <a:cs typeface="Times New Roman"/>
            </a:endParaRPr>
          </a:p>
          <a:p>
            <a:pPr marL="1158240" marR="5080" indent="-1146175" algn="ctr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Times New Roman"/>
                <a:cs typeface="Times New Roman"/>
              </a:rPr>
              <a:t>AND </a:t>
            </a:r>
            <a:r>
              <a:rPr sz="2400" b="1" spc="-10" dirty="0">
                <a:latin typeface="Times New Roman"/>
                <a:cs typeface="Times New Roman"/>
              </a:rPr>
              <a:t>TECHNICAL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SCIENCES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3653170-02D4-DC34-57B2-51504A542B7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89535">
              <a:lnSpc>
                <a:spcPts val="1240"/>
              </a:lnSpc>
            </a:pPr>
            <a:fld id="{81D60167-4931-47E6-BA6A-407CBD079E47}" type="slidenum">
              <a:rPr lang="en-IN" spc="-50" smtClean="0"/>
              <a:t>1</a:t>
            </a:fld>
            <a:endParaRPr lang="en-IN" spc="-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B8D002-88B3-5A7D-7F5F-F8609175EC12}"/>
              </a:ext>
            </a:extLst>
          </p:cNvPr>
          <p:cNvSpPr txBox="1"/>
          <p:nvPr/>
        </p:nvSpPr>
        <p:spPr>
          <a:xfrm>
            <a:off x="7048146" y="4903387"/>
            <a:ext cx="51469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VARSHINI M (192511215)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YUVASRI S (192511202)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LAKSHANA K (192524433)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138CD9-9651-7A73-9064-34F8F1C51384}"/>
              </a:ext>
            </a:extLst>
          </p:cNvPr>
          <p:cNvSpPr txBox="1"/>
          <p:nvPr/>
        </p:nvSpPr>
        <p:spPr>
          <a:xfrm>
            <a:off x="533400" y="4903387"/>
            <a:ext cx="426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Dr.R.VEERAMANI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8151" rIns="0" bIns="0" rtlCol="0">
            <a:spAutoFit/>
          </a:bodyPr>
          <a:lstStyle/>
          <a:p>
            <a:pPr marL="2049145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956" y="57502"/>
            <a:ext cx="938048" cy="11799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15647" y="82902"/>
            <a:ext cx="1213944" cy="104585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F37624-94C6-CD20-D442-4532E2A3A42B}"/>
              </a:ext>
            </a:extLst>
          </p:cNvPr>
          <p:cNvSpPr txBox="1"/>
          <p:nvPr/>
        </p:nvSpPr>
        <p:spPr>
          <a:xfrm>
            <a:off x="533400" y="1237476"/>
            <a:ext cx="7010400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FinSense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is an intelligent financial assistant for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spending analysis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monitors and analyses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transactions and spending behaviour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 are automatically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categorised based on spending patterns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identifies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overspending and potential savings opportunities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personalised financial and investment nudges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065FD2-C3C9-690B-5B8A-7F2A05D76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368587"/>
            <a:ext cx="3402235" cy="48583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B935F6B-094E-5E73-5A99-51CB23B91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F25CA4E-E03C-5875-4A50-AF89879516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2511" y="423291"/>
            <a:ext cx="7503148" cy="705461"/>
          </a:xfrm>
          <a:prstGeom prst="rect">
            <a:avLst/>
          </a:prstGeom>
        </p:spPr>
        <p:txBody>
          <a:bodyPr vert="horz" wrap="square" lIns="0" tIns="188151" rIns="0" bIns="0" rtlCol="0">
            <a:spAutoFit/>
          </a:bodyPr>
          <a:lstStyle/>
          <a:p>
            <a:pPr marL="2049145" algn="l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ABSTRACT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BEE0865-B2B8-5087-9B1C-F5EC6BA22E9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956" y="57502"/>
            <a:ext cx="938048" cy="1179974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BAEA79F5-68A6-9400-EC34-4FE944272C0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15647" y="82902"/>
            <a:ext cx="1213944" cy="1045850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84D9ACEC-6089-31E7-5C93-4112A852CCB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124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C7A136-FD71-79CA-3C51-10416D4430D6}"/>
              </a:ext>
            </a:extLst>
          </p:cNvPr>
          <p:cNvSpPr txBox="1"/>
          <p:nvPr/>
        </p:nvSpPr>
        <p:spPr>
          <a:xfrm>
            <a:off x="1262631" y="1418252"/>
            <a:ext cx="9677400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FinSense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combines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transaction processing, AI-based behaviour analysis and financial nudges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categorises transactions and identifies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spending patterns and unnecessary expenses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detects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savings opportunities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user spending behaviour.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Personalised nudges encourage users to convert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savings into investments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tracking and gamification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encourage consistent saving and long-term financial habits.</a:t>
            </a:r>
          </a:p>
        </p:txBody>
      </p:sp>
    </p:spTree>
    <p:extLst>
      <p:ext uri="{BB962C8B-B14F-4D97-AF65-F5344CB8AC3E}">
        <p14:creationId xmlns:p14="http://schemas.microsoft.com/office/powerpoint/2010/main" val="561275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C5CF447-F054-4A5F-B452-F7A7B7E53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504573F-FD64-32A2-46C5-134E5CD36A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8800" y="294758"/>
            <a:ext cx="7503148" cy="705461"/>
          </a:xfrm>
          <a:prstGeom prst="rect">
            <a:avLst/>
          </a:prstGeom>
        </p:spPr>
        <p:txBody>
          <a:bodyPr vert="horz" wrap="square" lIns="0" tIns="188151" rIns="0" bIns="0" rtlCol="0">
            <a:spAutoFit/>
          </a:bodyPr>
          <a:lstStyle/>
          <a:p>
            <a:pPr marL="2049145" algn="l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A48178C-93AE-D612-3630-41D4830D73B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956" y="57502"/>
            <a:ext cx="938048" cy="1179974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5B2482FA-143B-A3C1-9F88-991A47BA1C2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15647" y="82902"/>
            <a:ext cx="1213944" cy="1045850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365BEE04-DB7D-00CD-8AFA-B821ECB4938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EA52CB-29B9-0978-7F7A-892BA53C0C96}"/>
              </a:ext>
            </a:extLst>
          </p:cNvPr>
          <p:cNvSpPr txBox="1"/>
          <p:nvPr/>
        </p:nvSpPr>
        <p:spPr>
          <a:xfrm>
            <a:off x="144956" y="1295401"/>
            <a:ext cx="7779844" cy="533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often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overspend without realising their spending behaviour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finance applications mainly provide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after spending occurs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decisions are often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or ignored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daily savings opportunities are frequently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provide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personalised financial guidance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need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timely financial suggestions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poor spending habits develop.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9B00C0-4F29-78B7-8B79-203CFDD0C7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459" r="7451"/>
          <a:stretch>
            <a:fillRect/>
          </a:stretch>
        </p:blipFill>
        <p:spPr>
          <a:xfrm>
            <a:off x="7856043" y="1295400"/>
            <a:ext cx="4191001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212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8151" rIns="0" bIns="0" rtlCol="0">
            <a:spAutoFit/>
          </a:bodyPr>
          <a:lstStyle/>
          <a:p>
            <a:pPr marL="2464435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124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5F085F-FDDF-97AB-525F-D861AFD405DB}"/>
              </a:ext>
            </a:extLst>
          </p:cNvPr>
          <p:cNvSpPr txBox="1"/>
          <p:nvPr/>
        </p:nvSpPr>
        <p:spPr>
          <a:xfrm>
            <a:off x="152400" y="1557316"/>
            <a:ext cx="6610352" cy="5109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Spending in Real Time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Monitor and categorise transactions as they occur.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User Behaviour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Identify spending patterns, overspending and recurring expenses.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Personalised Nudges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Suggest suitable saving and investment actions.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Micro-Investments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Convert small savings opportunities into regular investments.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Better Financial Habits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 goals, milestones and streaks to encourage consistency.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21AD94-4471-3DF8-7A65-DEEFB6012C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534" t="7692" r="12393" b="6335"/>
          <a:stretch>
            <a:fillRect/>
          </a:stretch>
        </p:blipFill>
        <p:spPr>
          <a:xfrm>
            <a:off x="6677162" y="2052432"/>
            <a:ext cx="5514838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91C98C1-72F2-3560-34E1-42003C1C5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A3D0CC0-6B8B-4499-A0CB-0A4BAB55C2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76400" y="328337"/>
            <a:ext cx="7503148" cy="705461"/>
          </a:xfrm>
          <a:prstGeom prst="rect">
            <a:avLst/>
          </a:prstGeom>
        </p:spPr>
        <p:txBody>
          <a:bodyPr vert="horz" wrap="square" lIns="0" tIns="188151" rIns="0" bIns="0" rtlCol="0">
            <a:spAutoFit/>
          </a:bodyPr>
          <a:lstStyle/>
          <a:p>
            <a:pPr marL="2644775" algn="just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SYSTEM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70A8046-F77E-D582-3320-DFAFEA4E00B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5B6AFF5-A06E-4520-4752-44930D96DB0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99286A29-BB43-5D41-C729-2D0DD8FC520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124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5B4B0B-1B2D-1EEE-9CFF-DFE2A1E53906}"/>
              </a:ext>
            </a:extLst>
          </p:cNvPr>
          <p:cNvSpPr txBox="1"/>
          <p:nvPr/>
        </p:nvSpPr>
        <p:spPr>
          <a:xfrm>
            <a:off x="762000" y="1859340"/>
            <a:ext cx="1078570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personal-finance applications mainly provide: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Expense tracking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categorisation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spending reports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monitoring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Budget-limit alerts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investment planning </a:t>
            </a: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focus: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Understanding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past financial activity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providing continuous proactive guidance.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9FE409-879F-62B2-A591-B3A2D71EF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0912" y="2514600"/>
            <a:ext cx="4031396" cy="268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715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E3B163E-8C40-E25D-F131-851E004B9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4CE87B1-AE85-64F0-F18E-1703ED530B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81000"/>
            <a:ext cx="12192000" cy="682431"/>
          </a:xfrm>
          <a:prstGeom prst="rect">
            <a:avLst/>
          </a:prstGeom>
        </p:spPr>
        <p:txBody>
          <a:bodyPr vert="horz" wrap="square" lIns="0" tIns="188151" rIns="0" bIns="0" rtlCol="0">
            <a:spAutoFit/>
          </a:bodyPr>
          <a:lstStyle/>
          <a:p>
            <a:pPr marL="2644775" algn="l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EXISTING SYSTEM DRAWBACK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B525E859-3F70-FDA3-C560-D2CF79E512C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9A8AB8F0-B516-D39E-2F3A-57EB642A1C2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5E241281-4865-9017-6501-5EE39B58676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124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2837F8-287A-AD09-735B-9747A493B032}"/>
              </a:ext>
            </a:extLst>
          </p:cNvPr>
          <p:cNvSpPr txBox="1"/>
          <p:nvPr/>
        </p:nvSpPr>
        <p:spPr>
          <a:xfrm>
            <a:off x="1231798" y="1567477"/>
            <a:ext cx="10785702" cy="4554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Reactive rather than predictive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may appear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after overspending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spending behaviour analysis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timely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investment suggestions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savings opportunities may be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ignored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personalised financial guidance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gamification and goal-based motivation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4478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920D9FE-5EFA-E8D6-EEC7-F8DFCBFC7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08C0785-B0CF-FE6F-8D5E-D17A094553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81" rIns="0" bIns="0" rtlCol="0">
            <a:spAutoFit/>
          </a:bodyPr>
          <a:lstStyle/>
          <a:p>
            <a:pPr marL="1397635" algn="l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PROPOSED SYSTEM   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4A6D8FB-A9DD-6D53-0533-EDE172AA390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35A27955-BC3A-513F-B679-491BB08B4DF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55EB7ACB-855B-5F3B-A98D-01B36789870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124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FC4011-DA2B-A844-254A-38934ED83179}"/>
              </a:ext>
            </a:extLst>
          </p:cNvPr>
          <p:cNvSpPr txBox="1"/>
          <p:nvPr/>
        </p:nvSpPr>
        <p:spPr>
          <a:xfrm>
            <a:off x="457200" y="1720841"/>
            <a:ext cx="7010400" cy="5109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FinSense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provides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financial assistance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analyses transactions and spending behaviour in real time.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identifies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opportunities and spending risks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personalised investment nudges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act on savings opportunities through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micro-investments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tracking and gamification provide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feedback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09EE3B-B385-66A9-9B2E-3E7C72E201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66" t="7778" r="4444" b="7778"/>
          <a:stretch>
            <a:fillRect/>
          </a:stretch>
        </p:blipFill>
        <p:spPr>
          <a:xfrm>
            <a:off x="7620000" y="1828800"/>
            <a:ext cx="4215631" cy="400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228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783630-09EA-67E0-2920-59BD83941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6A0C715-DC9F-D87C-B2FB-668FF12805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0" y="381000"/>
            <a:ext cx="8610600" cy="699526"/>
          </a:xfrm>
          <a:prstGeom prst="rect">
            <a:avLst/>
          </a:prstGeom>
        </p:spPr>
        <p:txBody>
          <a:bodyPr vert="horz" wrap="square" lIns="0" tIns="205081" rIns="0" bIns="0" rtlCol="0">
            <a:spAutoFit/>
          </a:bodyPr>
          <a:lstStyle/>
          <a:p>
            <a:pPr marL="1397635" algn="l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PROPOSED SYSTEM FEATURES  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F079364-D355-3591-150C-ED8A199BA21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F2D8EC86-63A7-8570-B058-F381891CC70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84A4CA91-8897-A2D9-FCE8-B76DDA17D61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1240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059314-1DA1-076F-3255-0FF7DB522D51}"/>
              </a:ext>
            </a:extLst>
          </p:cNvPr>
          <p:cNvSpPr txBox="1"/>
          <p:nvPr/>
        </p:nvSpPr>
        <p:spPr>
          <a:xfrm>
            <a:off x="228600" y="2133600"/>
            <a:ext cx="6019800" cy="3757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transaction monitoring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transaction categorisation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Spending behaviour analysis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Overspending detection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Recurring expense detection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Savings opportunity detection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ACDDEF-2553-7B11-1032-F67AC6B7C061}"/>
              </a:ext>
            </a:extLst>
          </p:cNvPr>
          <p:cNvSpPr txBox="1"/>
          <p:nvPr/>
        </p:nvSpPr>
        <p:spPr>
          <a:xfrm>
            <a:off x="6106668" y="2133600"/>
            <a:ext cx="6094476" cy="3771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700" dirty="0">
                <a:latin typeface="Aptos" panose="020B0004020202020204" pitchFamily="34" charset="0"/>
              </a:rPr>
              <a:t>Personalised investment nudges </a:t>
            </a:r>
            <a:endParaRPr lang="en-IN" sz="2700" dirty="0">
              <a:effectLst/>
              <a:latin typeface="Aptos" panose="020B00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700" dirty="0">
                <a:latin typeface="Aptos" panose="020B0004020202020204" pitchFamily="34" charset="0"/>
              </a:rPr>
              <a:t>Micro-investment recommendations </a:t>
            </a:r>
            <a:endParaRPr lang="en-IN" sz="2700" dirty="0">
              <a:effectLst/>
              <a:latin typeface="Aptos" panose="020B00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700" dirty="0">
                <a:latin typeface="Aptos" panose="020B0004020202020204" pitchFamily="34" charset="0"/>
              </a:rPr>
              <a:t>Financial </a:t>
            </a: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IN" sz="2700" dirty="0">
                <a:latin typeface="Aptos" panose="020B0004020202020204" pitchFamily="34" charset="0"/>
              </a:rPr>
              <a:t> tracking </a:t>
            </a:r>
            <a:endParaRPr lang="en-IN" sz="2700" dirty="0">
              <a:effectLst/>
              <a:latin typeface="Aptos" panose="020B00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700" dirty="0">
                <a:latin typeface="Aptos" panose="020B0004020202020204" pitchFamily="34" charset="0"/>
              </a:rPr>
              <a:t>Streaks and milestones </a:t>
            </a:r>
            <a:endParaRPr lang="en-IN" sz="2700" dirty="0">
              <a:effectLst/>
              <a:latin typeface="Aptos" panose="020B00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700" dirty="0">
                <a:latin typeface="Aptos" panose="020B0004020202020204" pitchFamily="34" charset="0"/>
              </a:rPr>
              <a:t>Gamified savings </a:t>
            </a:r>
            <a:endParaRPr lang="en-IN" sz="2700" dirty="0">
              <a:effectLst/>
              <a:latin typeface="Aptos" panose="020B00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700" dirty="0">
                <a:latin typeface="Aptos" panose="020B0004020202020204" pitchFamily="34" charset="0"/>
              </a:rPr>
              <a:t>Adaptive motivation</a:t>
            </a:r>
            <a:endParaRPr lang="en-IN" sz="2700" dirty="0"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259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81" rIns="0" bIns="0" rtlCol="0">
            <a:spAutoFit/>
          </a:bodyPr>
          <a:lstStyle/>
          <a:p>
            <a:pPr marL="1397635" algn="l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LITERATURE REVIEW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1240"/>
              </a:lnSpc>
            </a:pPr>
            <a:fld id="{81D60167-4931-47E6-BA6A-407CBD079E47}" type="slidenum">
              <a:rPr spc="-50" dirty="0"/>
              <a:t>10</a:t>
            </a:fld>
            <a:endParaRPr spc="-5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3302A4-29A3-1E5A-72A4-28EB56D46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637544"/>
              </p:ext>
            </p:extLst>
          </p:nvPr>
        </p:nvGraphicFramePr>
        <p:xfrm>
          <a:off x="782676" y="1981200"/>
          <a:ext cx="10740642" cy="43104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80214">
                  <a:extLst>
                    <a:ext uri="{9D8B030D-6E8A-4147-A177-3AD203B41FA5}">
                      <a16:colId xmlns:a16="http://schemas.microsoft.com/office/drawing/2014/main" val="394392640"/>
                    </a:ext>
                  </a:extLst>
                </a:gridCol>
                <a:gridCol w="3580214">
                  <a:extLst>
                    <a:ext uri="{9D8B030D-6E8A-4147-A177-3AD203B41FA5}">
                      <a16:colId xmlns:a16="http://schemas.microsoft.com/office/drawing/2014/main" val="2825466188"/>
                    </a:ext>
                  </a:extLst>
                </a:gridCol>
                <a:gridCol w="3580214">
                  <a:extLst>
                    <a:ext uri="{9D8B030D-6E8A-4147-A177-3AD203B41FA5}">
                      <a16:colId xmlns:a16="http://schemas.microsoft.com/office/drawing/2014/main" val="830509696"/>
                    </a:ext>
                  </a:extLst>
                </a:gridCol>
              </a:tblGrid>
              <a:tr h="1789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/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4939759"/>
                  </a:ext>
                </a:extLst>
              </a:tr>
              <a:tr h="1789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 Personal Finance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Expense categorisation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tracking but mainly reactive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7354489"/>
                  </a:ext>
                </a:extLst>
              </a:tr>
              <a:tr h="409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Behavioural Economics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Nudge theory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Timely prompts can encourage better financial behaviour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7495963"/>
                  </a:ext>
                </a:extLst>
              </a:tr>
              <a:tr h="485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Robo-Advisory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ML-based recommendations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automated investment decisions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9398569"/>
                  </a:ext>
                </a:extLst>
              </a:tr>
              <a:tr h="409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Fintech Gamification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Rewards and milestones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user engagement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8679325"/>
                  </a:ext>
                </a:extLst>
              </a:tr>
              <a:tr h="485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immediate transaction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8751209"/>
                  </a:ext>
                </a:extLst>
              </a:tr>
              <a:tr h="485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Micro-Investment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Round-up / rule-based investing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Encourages small and regular investments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01568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A3BD622-3721-15C8-39B9-CAE496DF9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196930B-DF58-CB91-9704-24054F2537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114"/>
          <a:stretch>
            <a:fillRect/>
          </a:stretch>
        </p:blipFill>
        <p:spPr>
          <a:xfrm>
            <a:off x="1015219" y="1215796"/>
            <a:ext cx="10287000" cy="5642203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9D65F2F3-828D-38D9-D197-4D4CAE5C97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600" y="173724"/>
            <a:ext cx="7503148" cy="705461"/>
          </a:xfrm>
          <a:prstGeom prst="rect">
            <a:avLst/>
          </a:prstGeom>
        </p:spPr>
        <p:txBody>
          <a:bodyPr vert="horz" wrap="square" lIns="0" tIns="205081" rIns="0" bIns="0" rtlCol="0">
            <a:spAutoFit/>
          </a:bodyPr>
          <a:lstStyle/>
          <a:p>
            <a:pPr marL="1397635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E6DE1C6-52CC-33B0-B6B8-E595D1057A1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568" y="0"/>
            <a:ext cx="785648" cy="875174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00AE2CA6-19D1-9BCE-5AAA-FDFC3B3BF05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21094" y="28799"/>
            <a:ext cx="985344" cy="798974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B44256BF-7381-A1F0-9236-A12048BE1A6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1240"/>
              </a:lnSpc>
            </a:pPr>
            <a:fld id="{81D60167-4931-47E6-BA6A-407CBD079E47}" type="slidenum">
              <a:rPr spc="-50" dirty="0"/>
              <a:t>11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2826730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15F21EE-75DD-B292-6497-296442C12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1C9DED0-D247-92B3-99AF-BD447834C5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29000" y="471456"/>
            <a:ext cx="7503148" cy="705461"/>
          </a:xfrm>
          <a:prstGeom prst="rect">
            <a:avLst/>
          </a:prstGeom>
        </p:spPr>
        <p:txBody>
          <a:bodyPr vert="horz" wrap="square" lIns="0" tIns="205081" rIns="0" bIns="0" rtlCol="0">
            <a:spAutoFit/>
          </a:bodyPr>
          <a:lstStyle/>
          <a:p>
            <a:pPr marL="1397635" algn="l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89F7A27-8C58-32F2-115F-417D62FD071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2F7C0A09-FD29-FD5D-41E8-0EC1DA175E9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73F75F98-7E2B-AA9E-C7C2-7B2B631C1B7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1240"/>
              </a:lnSpc>
            </a:pPr>
            <a:fld id="{81D60167-4931-47E6-BA6A-407CBD079E47}" type="slidenum">
              <a:rPr spc="-50" dirty="0"/>
              <a:t>12</a:t>
            </a:fld>
            <a:endParaRPr spc="-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47F404-4F5B-9DAA-3D77-221E94F96F52}"/>
              </a:ext>
            </a:extLst>
          </p:cNvPr>
          <p:cNvSpPr txBox="1"/>
          <p:nvPr/>
        </p:nvSpPr>
        <p:spPr>
          <a:xfrm>
            <a:off x="801624" y="1845812"/>
            <a:ext cx="85543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transaction-level financial data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ABDF1E-FAF2-7815-3513-CC0F40337C8D}"/>
              </a:ext>
            </a:extLst>
          </p:cNvPr>
          <p:cNvSpPr txBox="1"/>
          <p:nvPr/>
        </p:nvSpPr>
        <p:spPr>
          <a:xfrm>
            <a:off x="644298" y="2400693"/>
            <a:ext cx="609447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data fields: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amount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category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Merchant name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and time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Spending frequency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Recurring transactions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financial goals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Savings amount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amount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D4A476-B3EE-9EFD-6DD1-11E5A5ABB732}"/>
              </a:ext>
            </a:extLst>
          </p:cNvPr>
          <p:cNvSpPr txBox="1"/>
          <p:nvPr/>
        </p:nvSpPr>
        <p:spPr>
          <a:xfrm>
            <a:off x="5927676" y="3276600"/>
            <a:ext cx="60944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spending behaviour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spending patterns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unnecessary expenses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savings opportunities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personalised financial nudges</a:t>
            </a:r>
          </a:p>
        </p:txBody>
      </p:sp>
    </p:spTree>
    <p:extLst>
      <p:ext uri="{BB962C8B-B14F-4D97-AF65-F5344CB8AC3E}">
        <p14:creationId xmlns:p14="http://schemas.microsoft.com/office/powerpoint/2010/main" val="1178503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82BBDF1-0648-EED7-177E-66B30F552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E12C3F6-6E40-1E93-A2B2-D46FA8B0BC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81" rIns="0" bIns="0" rtlCol="0">
            <a:spAutoFit/>
          </a:bodyPr>
          <a:lstStyle/>
          <a:p>
            <a:pPr marL="1397635" algn="l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TECHNOLOGIES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FC07B85-AD6C-2237-140D-F316DC6E98D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9C480972-BCCF-BCF7-0952-19E0CA1C968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CAF4BD4A-0A9A-F517-0ADB-4E76C83E738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329491" y="6466777"/>
            <a:ext cx="218211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1240"/>
              </a:lnSpc>
            </a:pPr>
            <a:fld id="{81D60167-4931-47E6-BA6A-407CBD079E47}" type="slidenum"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7D4F76-B5BE-7732-88D9-1F1BC8408A3F}"/>
              </a:ext>
            </a:extLst>
          </p:cNvPr>
          <p:cNvSpPr txBox="1"/>
          <p:nvPr/>
        </p:nvSpPr>
        <p:spPr>
          <a:xfrm>
            <a:off x="1295400" y="1906658"/>
            <a:ext cx="609447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End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Dashboard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Spending Visualisation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Progress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Nudge Notifications 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End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Processing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Management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A44A10-D93F-4681-4775-8390FB9B2139}"/>
              </a:ext>
            </a:extLst>
          </p:cNvPr>
          <p:cNvSpPr txBox="1"/>
          <p:nvPr/>
        </p:nvSpPr>
        <p:spPr>
          <a:xfrm>
            <a:off x="6800335" y="1906658"/>
            <a:ext cx="609447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/ ML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Spending Pattern Recognition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Behaviour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Personalised Recommendations 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Visualisation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Tools</a:t>
            </a:r>
          </a:p>
        </p:txBody>
      </p:sp>
    </p:spTree>
    <p:extLst>
      <p:ext uri="{BB962C8B-B14F-4D97-AF65-F5344CB8AC3E}">
        <p14:creationId xmlns:p14="http://schemas.microsoft.com/office/powerpoint/2010/main" val="903501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1" y="397890"/>
            <a:ext cx="8001000" cy="1174873"/>
          </a:xfrm>
          <a:prstGeom prst="rect">
            <a:avLst/>
          </a:prstGeom>
        </p:spPr>
        <p:txBody>
          <a:bodyPr vert="horz" wrap="square" lIns="0" tIns="188151" rIns="0" bIns="0" rtlCol="0">
            <a:spAutoFit/>
          </a:bodyPr>
          <a:lstStyle/>
          <a:p>
            <a:pPr marL="43180" algn="ctr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REAL-TIME SPENDING ANALYSIS ENGINE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329491" y="6466777"/>
            <a:ext cx="218211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776AFC-709F-228E-2F3E-8288D64C5BD2}"/>
              </a:ext>
            </a:extLst>
          </p:cNvPr>
          <p:cNvSpPr txBox="1"/>
          <p:nvPr/>
        </p:nvSpPr>
        <p:spPr>
          <a:xfrm>
            <a:off x="457200" y="1572763"/>
            <a:ext cx="8001000" cy="4639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incoming transactions in real time.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Categorises transactions based on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merchant and spending type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Analyses user spending behaviour.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overspending and recurring spending patterns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potential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unnecessary or impulse expenses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Spending Health Score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778C6E-8CDF-2671-EB2D-9150F2E303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333" r="6000"/>
          <a:stretch>
            <a:fillRect/>
          </a:stretch>
        </p:blipFill>
        <p:spPr>
          <a:xfrm>
            <a:off x="8757744" y="1990868"/>
            <a:ext cx="3276600" cy="40195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9C66824-43EF-C0FF-F4A4-F55CD021F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C1729A4-4E37-F0C8-BD7D-0E00649CEB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40949" y="521851"/>
            <a:ext cx="8001000" cy="1174873"/>
          </a:xfrm>
          <a:prstGeom prst="rect">
            <a:avLst/>
          </a:prstGeom>
        </p:spPr>
        <p:txBody>
          <a:bodyPr vert="horz" wrap="square" lIns="0" tIns="188151" rIns="0" bIns="0" rtlCol="0">
            <a:spAutoFit/>
          </a:bodyPr>
          <a:lstStyle/>
          <a:p>
            <a:pPr marL="43180" algn="ctr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2 - AI INVESTMENT NUDGE ENGINE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C1FECAC-FFCD-CB59-E56C-865F75017F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738CC283-3294-E48B-41CF-6DC0DA85543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B17E4F58-1318-D5C8-33E1-0FF204ED769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0252CA-2AFF-D514-C34A-3BEB017013AF}"/>
              </a:ext>
            </a:extLst>
          </p:cNvPr>
          <p:cNvSpPr txBox="1"/>
          <p:nvPr/>
        </p:nvSpPr>
        <p:spPr>
          <a:xfrm>
            <a:off x="259160" y="1681566"/>
            <a:ext cx="7315200" cy="482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potential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savings opportunities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Analyses spending behaviour before generating suggestions.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personalised financial nudges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potential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opportunity cost of spending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projected investment growth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suitable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micro-investment actions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2BA5A5-C4F5-FEBD-DC18-C5A1FF760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600" y="1666953"/>
            <a:ext cx="3088058" cy="463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614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1D17DE3-AC35-3EB1-5824-9C368EF98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E20F10F-E324-24CF-5F71-81E689AF83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5500" y="330225"/>
            <a:ext cx="8001000" cy="1482650"/>
          </a:xfrm>
          <a:prstGeom prst="rect">
            <a:avLst/>
          </a:prstGeom>
        </p:spPr>
        <p:txBody>
          <a:bodyPr vert="horz" wrap="square" lIns="0" tIns="188151" rIns="0" bIns="0" rtlCol="0">
            <a:spAutoFit/>
          </a:bodyPr>
          <a:lstStyle/>
          <a:p>
            <a:pPr marL="43180" algn="ctr">
              <a:spcBef>
                <a:spcPts val="100"/>
              </a:spcBef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GOAL TRACKING &amp; GAMIFIED SAVINGS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D654051-FBF8-8695-434E-21661D5092C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812" y="0"/>
            <a:ext cx="1135116" cy="1342883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37FFCED9-06B7-8108-C5AD-28330864B18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78539" y="21336"/>
            <a:ext cx="1520113" cy="1342883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560D7A92-BEB3-48D0-BD41-162910D450C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BA69E0-55B2-4407-D130-697D136E6653}"/>
              </a:ext>
            </a:extLst>
          </p:cNvPr>
          <p:cNvSpPr txBox="1"/>
          <p:nvPr/>
        </p:nvSpPr>
        <p:spPr>
          <a:xfrm>
            <a:off x="855549" y="2133600"/>
            <a:ext cx="10480901" cy="38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financial goals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savings and investment progress.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progress and milestones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streaks for consistent saving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rewards and milestones to improve engagement.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adaptive motivation for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financial habits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219E5CC-0A28-EA65-1389-9750CBEED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764" y="1905000"/>
            <a:ext cx="4071938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132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C15CB35-0CF5-1251-9724-87B6D0B81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9E401DE-AB5A-44E1-4A5A-8FE0B8A3F9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5500" y="330225"/>
            <a:ext cx="8001000" cy="682431"/>
          </a:xfrm>
          <a:prstGeom prst="rect">
            <a:avLst/>
          </a:prstGeom>
        </p:spPr>
        <p:txBody>
          <a:bodyPr vert="horz" wrap="square" lIns="0" tIns="188151" rIns="0" bIns="0" rtlCol="0">
            <a:spAutoFit/>
          </a:bodyPr>
          <a:lstStyle/>
          <a:p>
            <a:pPr marL="43180" algn="ctr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A303C45-41ED-36CB-4868-D7D6CF0B1B3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812" y="0"/>
            <a:ext cx="1135116" cy="1342883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9A9C177D-B531-9877-A614-DA2968C885B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78539" y="21336"/>
            <a:ext cx="1520113" cy="1342883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4ECAB1E7-350C-743E-F08E-6529F427D90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3738C5-0B5F-D059-6A35-307F028F494F}"/>
              </a:ext>
            </a:extLst>
          </p:cNvPr>
          <p:cNvSpPr txBox="1"/>
          <p:nvPr/>
        </p:nvSpPr>
        <p:spPr>
          <a:xfrm>
            <a:off x="1263532" y="1404842"/>
            <a:ext cx="8382000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transaction data.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preprocess the data.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Categorise transactions.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spending behaviour.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spending patterns and anomalies.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savings opportunities.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personalised AI nudges.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projected investment growth.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micro-investment actions.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financial goals.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gamification and continuous feedback.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44A88E-9D40-87DF-0B14-3401150CCE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222"/>
          <a:stretch>
            <a:fillRect/>
          </a:stretch>
        </p:blipFill>
        <p:spPr>
          <a:xfrm>
            <a:off x="6553200" y="1193775"/>
            <a:ext cx="4601174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502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11A68E7-70D3-31AA-6D64-BBFE73624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B6AC459-9F87-3DFE-F6AA-36F8B9173C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5500" y="330225"/>
            <a:ext cx="8001000" cy="682431"/>
          </a:xfrm>
          <a:prstGeom prst="rect">
            <a:avLst/>
          </a:prstGeom>
        </p:spPr>
        <p:txBody>
          <a:bodyPr vert="horz" wrap="square" lIns="0" tIns="188151" rIns="0" bIns="0" rtlCol="0">
            <a:spAutoFit/>
          </a:bodyPr>
          <a:lstStyle/>
          <a:p>
            <a:pPr marL="43180" algn="ctr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56FAB17-D75E-2C7C-B377-57E2E6AB550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812" y="0"/>
            <a:ext cx="1135116" cy="1342883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33D971C2-AAF6-0FE2-AA79-E0DD605EA4C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78539" y="21336"/>
            <a:ext cx="1520113" cy="1342883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86494BB5-68F0-6279-0E77-717D4D4C010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2F69EF-DF34-D76F-6361-04D7D7D5999E}"/>
              </a:ext>
            </a:extLst>
          </p:cNvPr>
          <p:cNvSpPr txBox="1"/>
          <p:nvPr/>
        </p:nvSpPr>
        <p:spPr>
          <a:xfrm>
            <a:off x="1447800" y="1342883"/>
            <a:ext cx="876163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can: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spending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spending patterns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AI investment nudges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projected investment growth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micro-investment decisions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financial goals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goal progress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milestones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saving streaks 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FinSense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processes transaction data and provides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personalised financial guidance and recommendations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9593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4425" y="397890"/>
            <a:ext cx="7503148" cy="682431"/>
          </a:xfrm>
          <a:prstGeom prst="rect">
            <a:avLst/>
          </a:prstGeom>
        </p:spPr>
        <p:txBody>
          <a:bodyPr vert="horz" wrap="square" lIns="0" tIns="188151" rIns="0" bIns="0" rtlCol="0">
            <a:spAutoFit/>
          </a:bodyPr>
          <a:lstStyle/>
          <a:p>
            <a:pPr marL="1312545" algn="l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   </a:t>
            </a:r>
            <a:r>
              <a:rPr dirty="0"/>
              <a:t>RESULT</a:t>
            </a:r>
            <a:r>
              <a:rPr lang="en-US" dirty="0"/>
              <a:t> AND DISCUSSION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8B4FDE-8171-31A8-CB98-0039D126A79A}"/>
              </a:ext>
            </a:extLst>
          </p:cNvPr>
          <p:cNvSpPr txBox="1"/>
          <p:nvPr/>
        </p:nvSpPr>
        <p:spPr>
          <a:xfrm>
            <a:off x="685800" y="1905000"/>
            <a:ext cx="601980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implemented system provides: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spending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transaction categorisation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spending patterns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of unnecessary expenses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Savings opportunity identification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Personalised financial nudges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growth projections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micro-investment decisions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financial-goal monitoring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Milestones and saving streaks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D878F2-F097-8E2F-4F44-2E004E6F2B5C}"/>
              </a:ext>
            </a:extLst>
          </p:cNvPr>
          <p:cNvSpPr txBox="1"/>
          <p:nvPr/>
        </p:nvSpPr>
        <p:spPr>
          <a:xfrm>
            <a:off x="6927576" y="4038600"/>
            <a:ext cx="4648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Result: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FinSense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transforms personal finance from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reactive expense tracking into proactive, behaviour-based financial guidance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D1A2773-049F-B70F-1933-BF5646595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75B6A17-BF3B-4C61-B48F-C11F0FD86C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468" y="381000"/>
            <a:ext cx="8914031" cy="682431"/>
          </a:xfrm>
          <a:prstGeom prst="rect">
            <a:avLst/>
          </a:prstGeom>
        </p:spPr>
        <p:txBody>
          <a:bodyPr vert="horz" wrap="square" lIns="0" tIns="188151" rIns="0" bIns="0" rtlCol="0">
            <a:spAutoFit/>
          </a:bodyPr>
          <a:lstStyle/>
          <a:p>
            <a:pPr marL="1312545" algn="l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CONCLUSION AND FUTURE SCOPE</a:t>
            </a:r>
            <a:endParaRPr spc="-1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52D2BD4-4096-D14B-1E6A-34756F1EEE7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7B598809-E29A-EDCC-C004-921FEC8E0F2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D05CA13F-BB30-E722-4CA2-4AED08BAF45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D9BDF-D797-9D04-31D6-701A169B1DF1}"/>
              </a:ext>
            </a:extLst>
          </p:cNvPr>
          <p:cNvSpPr txBox="1"/>
          <p:nvPr/>
        </p:nvSpPr>
        <p:spPr>
          <a:xfrm>
            <a:off x="914483" y="1828800"/>
            <a:ext cx="10744117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FinSense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integrates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spending analysis, behavioural analysis and AI-based financial nudges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spending patterns and potential savings opportunities.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encourages users to make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and regular investment decisions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tracking and gamification support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financial behaviour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it helps users make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informed financial decisions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personalised ML models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spending prediction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additional financial data sources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advanced investment recommendations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privacy and security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financial goal planning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behavioural prediction</a:t>
            </a:r>
          </a:p>
        </p:txBody>
      </p:sp>
    </p:spTree>
    <p:extLst>
      <p:ext uri="{BB962C8B-B14F-4D97-AF65-F5344CB8AC3E}">
        <p14:creationId xmlns:p14="http://schemas.microsoft.com/office/powerpoint/2010/main" val="25625050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8151" rIns="0" bIns="0" rtlCol="0">
            <a:spAutoFit/>
          </a:bodyPr>
          <a:lstStyle/>
          <a:p>
            <a:pPr marL="238506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3959" y="1482387"/>
            <a:ext cx="122555" cy="2768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600" spc="-370" dirty="0">
                <a:latin typeface="Lucida Sans Unicode"/>
                <a:cs typeface="Lucida Sans Unicode"/>
              </a:rPr>
              <a:t>□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88" y="404244"/>
            <a:ext cx="1135116" cy="1342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00297" y="408442"/>
            <a:ext cx="1520113" cy="134288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02EDC1-374B-9B36-D820-B498EC627409}"/>
              </a:ext>
            </a:extLst>
          </p:cNvPr>
          <p:cNvSpPr txBox="1"/>
          <p:nvPr/>
        </p:nvSpPr>
        <p:spPr>
          <a:xfrm>
            <a:off x="663731" y="1903448"/>
            <a:ext cx="1097833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Thaler, R. H., &amp; Sunstein, C. R. (2008).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Nudge: Improving decisions about health, wealth, and happiness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Yale University Press.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Kahneman, D. (2011).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Thinking, fast and slow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Farrar, Straus and Giroux.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Barber, B. M., &amp; Odean, T. (2013). The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individual investors. In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Handbook of the Economics of Finance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(Vol. 2, pp. 1533–1570). Elsevier. https://doi.org/10.1016/B978-0-44-459406-8.00022-6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Sironi, P. (2016).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FinTech innovation: From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-advisors to goal based investing and gamification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Wiley.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Gomber, P., Koch, J.-A., &amp; Siering, M. (2017). Digital finance and FinTech: Current research and future research directions.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Business Economics, 87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537–580.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https://doi.org/10.1007/s11573-017-0852-x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Hamari, J., Koivisto, J., &amp; Sarsa, H. (2014). Does gamification work?—A literature review of empirical studies on gamification. In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2014 47th Hawaii International Conference on System Sciences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(pp. 3025–3034). IEEE.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https://doi.org/10.1109/HICSS.2014.377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62286" y="393171"/>
            <a:ext cx="1520113" cy="13428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501648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26102" y="2057874"/>
            <a:ext cx="7858920" cy="373155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451</TotalTime>
  <Words>1240</Words>
  <Application>Microsoft Office PowerPoint</Application>
  <PresentationFormat>Widescreen</PresentationFormat>
  <Paragraphs>243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Calibri</vt:lpstr>
      <vt:lpstr>Lucida Sans Unicode</vt:lpstr>
      <vt:lpstr>Times New Roman</vt:lpstr>
      <vt:lpstr>Office Theme</vt:lpstr>
      <vt:lpstr>PowerPoint Presentation</vt:lpstr>
      <vt:lpstr>INTRODUCTION</vt:lpstr>
      <vt:lpstr>         ABSTRACT</vt:lpstr>
      <vt:lpstr>PROBLEM STATEMENT</vt:lpstr>
      <vt:lpstr>OBJECTIVES</vt:lpstr>
      <vt:lpstr> EXISTING SYSTEM</vt:lpstr>
      <vt:lpstr>       EXISTING SYSTEM DRAWBACK</vt:lpstr>
      <vt:lpstr>    PROPOSED SYSTEM   </vt:lpstr>
      <vt:lpstr>    PROPOSED SYSTEM FEATURES  </vt:lpstr>
      <vt:lpstr>    LITERATURE REVIEW</vt:lpstr>
      <vt:lpstr>SYSTEM DESIGN</vt:lpstr>
      <vt:lpstr>DATASET</vt:lpstr>
      <vt:lpstr>        TECHNOLOGIES</vt:lpstr>
      <vt:lpstr>Module 1 – REAL-TIME SPENDING ANALYSIS ENGINE</vt:lpstr>
      <vt:lpstr>Module 2 - AI INVESTMENT NUDGE ENGINE</vt:lpstr>
      <vt:lpstr>Module 3 – GOAL TRACKING &amp; GAMIFIED SAVINGS </vt:lpstr>
      <vt:lpstr>METHODOLOGY</vt:lpstr>
      <vt:lpstr>USE CASE DIAGRAM</vt:lpstr>
      <vt:lpstr>   RESULT AND DISCUSSION</vt:lpstr>
      <vt:lpstr>CONCLUSION AND FUTURE SCOPE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Varshini M</dc:creator>
  <cp:lastModifiedBy>Varshini Murugesan</cp:lastModifiedBy>
  <cp:revision>10</cp:revision>
  <dcterms:created xsi:type="dcterms:W3CDTF">2026-02-28T04:30:10Z</dcterms:created>
  <dcterms:modified xsi:type="dcterms:W3CDTF">2026-08-27T05:00:58Z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2026-02-07T00:00:00Z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2026-02-07T00:00:00Z</vt:filetime>
  </property>
</Properties>
</file>